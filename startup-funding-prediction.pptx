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8" r:id="rId4"/>
    <p:sldMasterId id="2147483666" r:id="rId5"/>
    <p:sldMasterId id="2147483668" r:id="rId6"/>
    <p:sldMasterId id="2147483670" r:id="rId7"/>
    <p:sldMasterId id="2147483676" r:id="rId8"/>
    <p:sldMasterId id="2147483678" r:id="rId9"/>
    <p:sldMasterId id="2147483721" r:id="rId10"/>
  </p:sldMasterIdLst>
  <p:notesMasterIdLst>
    <p:notesMasterId r:id="rId33"/>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3" r:id="rId27"/>
    <p:sldId id="274" r:id="rId28"/>
    <p:sldId id="275" r:id="rId29"/>
    <p:sldId id="276" r:id="rId30"/>
    <p:sldId id="277" r:id="rId31"/>
    <p:sldId id="27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58" autoAdjust="0"/>
  </p:normalViewPr>
  <p:slideViewPr>
    <p:cSldViewPr snapToGrid="0">
      <p:cViewPr varScale="1">
        <p:scale>
          <a:sx n="73" d="100"/>
          <a:sy n="73" d="100"/>
        </p:scale>
        <p:origin x="37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sula Mahendra Babu" userId="9ef71205f7f2b1d1" providerId="LiveId" clId="{BACA8F35-6C86-46EE-97D2-72F6DB4AFAB1}"/>
    <pc:docChg chg="custSel delSld modSld">
      <pc:chgData name="Resula Mahendra Babu" userId="9ef71205f7f2b1d1" providerId="LiveId" clId="{BACA8F35-6C86-46EE-97D2-72F6DB4AFAB1}" dt="2026-01-29T07:02:55.082" v="374" actId="20577"/>
      <pc:docMkLst>
        <pc:docMk/>
      </pc:docMkLst>
      <pc:sldChg chg="modSp mod modNotes">
        <pc:chgData name="Resula Mahendra Babu" userId="9ef71205f7f2b1d1" providerId="LiveId" clId="{BACA8F35-6C86-46EE-97D2-72F6DB4AFAB1}" dt="2026-01-29T06:35:32.764" v="160" actId="14100"/>
        <pc:sldMkLst>
          <pc:docMk/>
          <pc:sldMk cId="0" sldId="256"/>
        </pc:sldMkLst>
        <pc:spChg chg="mod">
          <ac:chgData name="Resula Mahendra Babu" userId="9ef71205f7f2b1d1" providerId="LiveId" clId="{BACA8F35-6C86-46EE-97D2-72F6DB4AFAB1}" dt="2026-01-29T06:35:23.489" v="158" actId="1076"/>
          <ac:spMkLst>
            <pc:docMk/>
            <pc:sldMk cId="0" sldId="256"/>
            <ac:spMk id="155" creationId="{00000000-0000-0000-0000-000000000000}"/>
          </ac:spMkLst>
        </pc:spChg>
        <pc:spChg chg="mod">
          <ac:chgData name="Resula Mahendra Babu" userId="9ef71205f7f2b1d1" providerId="LiveId" clId="{BACA8F35-6C86-46EE-97D2-72F6DB4AFAB1}" dt="2026-01-29T06:35:05.781" v="154" actId="1076"/>
          <ac:spMkLst>
            <pc:docMk/>
            <pc:sldMk cId="0" sldId="256"/>
            <ac:spMk id="156" creationId="{00000000-0000-0000-0000-000000000000}"/>
          </ac:spMkLst>
        </pc:spChg>
        <pc:spChg chg="mod">
          <ac:chgData name="Resula Mahendra Babu" userId="9ef71205f7f2b1d1" providerId="LiveId" clId="{BACA8F35-6C86-46EE-97D2-72F6DB4AFAB1}" dt="2026-01-29T06:35:10.220" v="155" actId="1076"/>
          <ac:spMkLst>
            <pc:docMk/>
            <pc:sldMk cId="0" sldId="256"/>
            <ac:spMk id="157" creationId="{00000000-0000-0000-0000-000000000000}"/>
          </ac:spMkLst>
        </pc:spChg>
        <pc:spChg chg="mod">
          <ac:chgData name="Resula Mahendra Babu" userId="9ef71205f7f2b1d1" providerId="LiveId" clId="{BACA8F35-6C86-46EE-97D2-72F6DB4AFAB1}" dt="2026-01-29T06:35:32.764" v="160" actId="14100"/>
          <ac:spMkLst>
            <pc:docMk/>
            <pc:sldMk cId="0" sldId="256"/>
            <ac:spMk id="158" creationId="{00000000-0000-0000-0000-000000000000}"/>
          </ac:spMkLst>
        </pc:spChg>
        <pc:picChg chg="mod">
          <ac:chgData name="Resula Mahendra Babu" userId="9ef71205f7f2b1d1" providerId="LiveId" clId="{BACA8F35-6C86-46EE-97D2-72F6DB4AFAB1}" dt="2026-01-29T06:35:18.059" v="157" actId="14100"/>
          <ac:picMkLst>
            <pc:docMk/>
            <pc:sldMk cId="0" sldId="256"/>
            <ac:picMk id="154" creationId="{00000000-0000-0000-0000-000000000000}"/>
          </ac:picMkLst>
        </pc:picChg>
      </pc:sldChg>
      <pc:sldChg chg="modSp mod">
        <pc:chgData name="Resula Mahendra Babu" userId="9ef71205f7f2b1d1" providerId="LiveId" clId="{BACA8F35-6C86-46EE-97D2-72F6DB4AFAB1}" dt="2026-01-29T06:18:11.122" v="5" actId="1076"/>
        <pc:sldMkLst>
          <pc:docMk/>
          <pc:sldMk cId="0" sldId="257"/>
        </pc:sldMkLst>
        <pc:spChg chg="mod">
          <ac:chgData name="Resula Mahendra Babu" userId="9ef71205f7f2b1d1" providerId="LiveId" clId="{BACA8F35-6C86-46EE-97D2-72F6DB4AFAB1}" dt="2026-01-29T06:18:06.172" v="4" actId="1076"/>
          <ac:spMkLst>
            <pc:docMk/>
            <pc:sldMk cId="0" sldId="257"/>
            <ac:spMk id="159" creationId="{00000000-0000-0000-0000-000000000000}"/>
          </ac:spMkLst>
        </pc:spChg>
        <pc:spChg chg="mod">
          <ac:chgData name="Resula Mahendra Babu" userId="9ef71205f7f2b1d1" providerId="LiveId" clId="{BACA8F35-6C86-46EE-97D2-72F6DB4AFAB1}" dt="2026-01-29T06:18:11.122" v="5" actId="1076"/>
          <ac:spMkLst>
            <pc:docMk/>
            <pc:sldMk cId="0" sldId="257"/>
            <ac:spMk id="160" creationId="{00000000-0000-0000-0000-000000000000}"/>
          </ac:spMkLst>
        </pc:spChg>
      </pc:sldChg>
      <pc:sldChg chg="modSp mod">
        <pc:chgData name="Resula Mahendra Babu" userId="9ef71205f7f2b1d1" providerId="LiveId" clId="{BACA8F35-6C86-46EE-97D2-72F6DB4AFAB1}" dt="2026-01-29T06:48:43.383" v="284" actId="255"/>
        <pc:sldMkLst>
          <pc:docMk/>
          <pc:sldMk cId="0" sldId="258"/>
        </pc:sldMkLst>
        <pc:spChg chg="mod">
          <ac:chgData name="Resula Mahendra Babu" userId="9ef71205f7f2b1d1" providerId="LiveId" clId="{BACA8F35-6C86-46EE-97D2-72F6DB4AFAB1}" dt="2026-01-29T06:18:20.209" v="6" actId="1076"/>
          <ac:spMkLst>
            <pc:docMk/>
            <pc:sldMk cId="0" sldId="258"/>
            <ac:spMk id="161" creationId="{00000000-0000-0000-0000-000000000000}"/>
          </ac:spMkLst>
        </pc:spChg>
        <pc:spChg chg="mod">
          <ac:chgData name="Resula Mahendra Babu" userId="9ef71205f7f2b1d1" providerId="LiveId" clId="{BACA8F35-6C86-46EE-97D2-72F6DB4AFAB1}" dt="2026-01-29T06:48:43.383" v="284" actId="255"/>
          <ac:spMkLst>
            <pc:docMk/>
            <pc:sldMk cId="0" sldId="258"/>
            <ac:spMk id="162" creationId="{00000000-0000-0000-0000-000000000000}"/>
          </ac:spMkLst>
        </pc:spChg>
      </pc:sldChg>
      <pc:sldChg chg="modSp mod modNotes">
        <pc:chgData name="Resula Mahendra Babu" userId="9ef71205f7f2b1d1" providerId="LiveId" clId="{BACA8F35-6C86-46EE-97D2-72F6DB4AFAB1}" dt="2026-01-29T06:48:35.684" v="283" actId="1076"/>
        <pc:sldMkLst>
          <pc:docMk/>
          <pc:sldMk cId="0" sldId="259"/>
        </pc:sldMkLst>
        <pc:spChg chg="mod">
          <ac:chgData name="Resula Mahendra Babu" userId="9ef71205f7f2b1d1" providerId="LiveId" clId="{BACA8F35-6C86-46EE-97D2-72F6DB4AFAB1}" dt="2026-01-29T06:48:35.684" v="283" actId="1076"/>
          <ac:spMkLst>
            <pc:docMk/>
            <pc:sldMk cId="0" sldId="259"/>
            <ac:spMk id="163" creationId="{00000000-0000-0000-0000-000000000000}"/>
          </ac:spMkLst>
        </pc:spChg>
        <pc:spChg chg="mod">
          <ac:chgData name="Resula Mahendra Babu" userId="9ef71205f7f2b1d1" providerId="LiveId" clId="{BACA8F35-6C86-46EE-97D2-72F6DB4AFAB1}" dt="2026-01-29T06:48:32.581" v="282" actId="1076"/>
          <ac:spMkLst>
            <pc:docMk/>
            <pc:sldMk cId="0" sldId="259"/>
            <ac:spMk id="164" creationId="{00000000-0000-0000-0000-000000000000}"/>
          </ac:spMkLst>
        </pc:spChg>
      </pc:sldChg>
      <pc:sldChg chg="addSp modSp mod">
        <pc:chgData name="Resula Mahendra Babu" userId="9ef71205f7f2b1d1" providerId="LiveId" clId="{BACA8F35-6C86-46EE-97D2-72F6DB4AFAB1}" dt="2026-01-29T07:02:55.082" v="374" actId="20577"/>
        <pc:sldMkLst>
          <pc:docMk/>
          <pc:sldMk cId="0" sldId="260"/>
        </pc:sldMkLst>
        <pc:spChg chg="add mod">
          <ac:chgData name="Resula Mahendra Babu" userId="9ef71205f7f2b1d1" providerId="LiveId" clId="{BACA8F35-6C86-46EE-97D2-72F6DB4AFAB1}" dt="2026-01-29T07:02:55.082" v="374" actId="20577"/>
          <ac:spMkLst>
            <pc:docMk/>
            <pc:sldMk cId="0" sldId="260"/>
            <ac:spMk id="3" creationId="{A42A351A-6F9A-6331-D91E-07B48D7AE224}"/>
          </ac:spMkLst>
        </pc:spChg>
        <pc:spChg chg="mod">
          <ac:chgData name="Resula Mahendra Babu" userId="9ef71205f7f2b1d1" providerId="LiveId" clId="{BACA8F35-6C86-46EE-97D2-72F6DB4AFAB1}" dt="2026-01-29T06:51:49.634" v="308" actId="6549"/>
          <ac:spMkLst>
            <pc:docMk/>
            <pc:sldMk cId="0" sldId="260"/>
            <ac:spMk id="165" creationId="{00000000-0000-0000-0000-000000000000}"/>
          </ac:spMkLst>
        </pc:spChg>
        <pc:graphicFrameChg chg="add mod modGraphic">
          <ac:chgData name="Resula Mahendra Babu" userId="9ef71205f7f2b1d1" providerId="LiveId" clId="{BACA8F35-6C86-46EE-97D2-72F6DB4AFAB1}" dt="2026-01-29T07:02:21.318" v="371" actId="1076"/>
          <ac:graphicFrameMkLst>
            <pc:docMk/>
            <pc:sldMk cId="0" sldId="260"/>
            <ac:graphicFrameMk id="2" creationId="{FF683722-3F30-E5B1-F0C3-C07AB0E06048}"/>
          </ac:graphicFrameMkLst>
        </pc:graphicFrameChg>
      </pc:sldChg>
      <pc:sldChg chg="modSp mod">
        <pc:chgData name="Resula Mahendra Babu" userId="9ef71205f7f2b1d1" providerId="LiveId" clId="{BACA8F35-6C86-46EE-97D2-72F6DB4AFAB1}" dt="2026-01-29T06:20:45.298" v="33" actId="1076"/>
        <pc:sldMkLst>
          <pc:docMk/>
          <pc:sldMk cId="0" sldId="261"/>
        </pc:sldMkLst>
        <pc:spChg chg="mod">
          <ac:chgData name="Resula Mahendra Babu" userId="9ef71205f7f2b1d1" providerId="LiveId" clId="{BACA8F35-6C86-46EE-97D2-72F6DB4AFAB1}" dt="2026-01-29T06:20:07.926" v="25" actId="1076"/>
          <ac:spMkLst>
            <pc:docMk/>
            <pc:sldMk cId="0" sldId="261"/>
            <ac:spMk id="166" creationId="{00000000-0000-0000-0000-000000000000}"/>
          </ac:spMkLst>
        </pc:spChg>
        <pc:spChg chg="mod">
          <ac:chgData name="Resula Mahendra Babu" userId="9ef71205f7f2b1d1" providerId="LiveId" clId="{BACA8F35-6C86-46EE-97D2-72F6DB4AFAB1}" dt="2026-01-29T06:20:33.584" v="32" actId="1076"/>
          <ac:spMkLst>
            <pc:docMk/>
            <pc:sldMk cId="0" sldId="261"/>
            <ac:spMk id="167" creationId="{00000000-0000-0000-0000-000000000000}"/>
          </ac:spMkLst>
        </pc:spChg>
        <pc:spChg chg="mod">
          <ac:chgData name="Resula Mahendra Babu" userId="9ef71205f7f2b1d1" providerId="LiveId" clId="{BACA8F35-6C86-46EE-97D2-72F6DB4AFAB1}" dt="2026-01-29T06:20:45.298" v="33" actId="1076"/>
          <ac:spMkLst>
            <pc:docMk/>
            <pc:sldMk cId="0" sldId="261"/>
            <ac:spMk id="168" creationId="{00000000-0000-0000-0000-000000000000}"/>
          </ac:spMkLst>
        </pc:spChg>
      </pc:sldChg>
      <pc:sldChg chg="modSp mod">
        <pc:chgData name="Resula Mahendra Babu" userId="9ef71205f7f2b1d1" providerId="LiveId" clId="{BACA8F35-6C86-46EE-97D2-72F6DB4AFAB1}" dt="2026-01-29T06:47:57.569" v="278" actId="1076"/>
        <pc:sldMkLst>
          <pc:docMk/>
          <pc:sldMk cId="0" sldId="262"/>
        </pc:sldMkLst>
        <pc:spChg chg="mod">
          <ac:chgData name="Resula Mahendra Babu" userId="9ef71205f7f2b1d1" providerId="LiveId" clId="{BACA8F35-6C86-46EE-97D2-72F6DB4AFAB1}" dt="2026-01-29T06:22:03.313" v="37" actId="1076"/>
          <ac:spMkLst>
            <pc:docMk/>
            <pc:sldMk cId="0" sldId="262"/>
            <ac:spMk id="169" creationId="{00000000-0000-0000-0000-000000000000}"/>
          </ac:spMkLst>
        </pc:spChg>
        <pc:spChg chg="mod">
          <ac:chgData name="Resula Mahendra Babu" userId="9ef71205f7f2b1d1" providerId="LiveId" clId="{BACA8F35-6C86-46EE-97D2-72F6DB4AFAB1}" dt="2026-01-29T06:47:57.569" v="278" actId="1076"/>
          <ac:spMkLst>
            <pc:docMk/>
            <pc:sldMk cId="0" sldId="262"/>
            <ac:spMk id="170" creationId="{00000000-0000-0000-0000-000000000000}"/>
          </ac:spMkLst>
        </pc:spChg>
      </pc:sldChg>
      <pc:sldChg chg="modSp mod">
        <pc:chgData name="Resula Mahendra Babu" userId="9ef71205f7f2b1d1" providerId="LiveId" clId="{BACA8F35-6C86-46EE-97D2-72F6DB4AFAB1}" dt="2026-01-29T06:47:34.863" v="275" actId="1076"/>
        <pc:sldMkLst>
          <pc:docMk/>
          <pc:sldMk cId="0" sldId="263"/>
        </pc:sldMkLst>
        <pc:spChg chg="mod">
          <ac:chgData name="Resula Mahendra Babu" userId="9ef71205f7f2b1d1" providerId="LiveId" clId="{BACA8F35-6C86-46EE-97D2-72F6DB4AFAB1}" dt="2026-01-29T06:22:36.312" v="41" actId="1076"/>
          <ac:spMkLst>
            <pc:docMk/>
            <pc:sldMk cId="0" sldId="263"/>
            <ac:spMk id="171" creationId="{00000000-0000-0000-0000-000000000000}"/>
          </ac:spMkLst>
        </pc:spChg>
        <pc:spChg chg="mod">
          <ac:chgData name="Resula Mahendra Babu" userId="9ef71205f7f2b1d1" providerId="LiveId" clId="{BACA8F35-6C86-46EE-97D2-72F6DB4AFAB1}" dt="2026-01-29T06:47:34.863" v="275" actId="1076"/>
          <ac:spMkLst>
            <pc:docMk/>
            <pc:sldMk cId="0" sldId="263"/>
            <ac:spMk id="173" creationId="{00000000-0000-0000-0000-000000000000}"/>
          </ac:spMkLst>
        </pc:spChg>
      </pc:sldChg>
      <pc:sldChg chg="modSp mod modNotes">
        <pc:chgData name="Resula Mahendra Babu" userId="9ef71205f7f2b1d1" providerId="LiveId" clId="{BACA8F35-6C86-46EE-97D2-72F6DB4AFAB1}" dt="2026-01-29T06:49:25.121" v="285" actId="255"/>
        <pc:sldMkLst>
          <pc:docMk/>
          <pc:sldMk cId="0" sldId="264"/>
        </pc:sldMkLst>
        <pc:spChg chg="mod">
          <ac:chgData name="Resula Mahendra Babu" userId="9ef71205f7f2b1d1" providerId="LiveId" clId="{BACA8F35-6C86-46EE-97D2-72F6DB4AFAB1}" dt="2026-01-29T06:23:32.573" v="69" actId="1076"/>
          <ac:spMkLst>
            <pc:docMk/>
            <pc:sldMk cId="0" sldId="264"/>
            <ac:spMk id="176" creationId="{00000000-0000-0000-0000-000000000000}"/>
          </ac:spMkLst>
        </pc:spChg>
        <pc:spChg chg="mod">
          <ac:chgData name="Resula Mahendra Babu" userId="9ef71205f7f2b1d1" providerId="LiveId" clId="{BACA8F35-6C86-46EE-97D2-72F6DB4AFAB1}" dt="2026-01-29T06:49:25.121" v="285" actId="255"/>
          <ac:spMkLst>
            <pc:docMk/>
            <pc:sldMk cId="0" sldId="264"/>
            <ac:spMk id="177" creationId="{00000000-0000-0000-0000-000000000000}"/>
          </ac:spMkLst>
        </pc:spChg>
      </pc:sldChg>
      <pc:sldChg chg="modSp mod">
        <pc:chgData name="Resula Mahendra Babu" userId="9ef71205f7f2b1d1" providerId="LiveId" clId="{BACA8F35-6C86-46EE-97D2-72F6DB4AFAB1}" dt="2026-01-29T06:23:47.853" v="72" actId="1076"/>
        <pc:sldMkLst>
          <pc:docMk/>
          <pc:sldMk cId="0" sldId="265"/>
        </pc:sldMkLst>
        <pc:picChg chg="mod">
          <ac:chgData name="Resula Mahendra Babu" userId="9ef71205f7f2b1d1" providerId="LiveId" clId="{BACA8F35-6C86-46EE-97D2-72F6DB4AFAB1}" dt="2026-01-29T06:23:47.853" v="72" actId="1076"/>
          <ac:picMkLst>
            <pc:docMk/>
            <pc:sldMk cId="0" sldId="265"/>
            <ac:picMk id="179" creationId="{00000000-0000-0000-0000-000000000000}"/>
          </ac:picMkLst>
        </pc:picChg>
      </pc:sldChg>
      <pc:sldChg chg="modSp mod">
        <pc:chgData name="Resula Mahendra Babu" userId="9ef71205f7f2b1d1" providerId="LiveId" clId="{BACA8F35-6C86-46EE-97D2-72F6DB4AFAB1}" dt="2026-01-29T06:24:03.100" v="74" actId="1076"/>
        <pc:sldMkLst>
          <pc:docMk/>
          <pc:sldMk cId="0" sldId="266"/>
        </pc:sldMkLst>
        <pc:picChg chg="mod">
          <ac:chgData name="Resula Mahendra Babu" userId="9ef71205f7f2b1d1" providerId="LiveId" clId="{BACA8F35-6C86-46EE-97D2-72F6DB4AFAB1}" dt="2026-01-29T06:24:03.100" v="74" actId="1076"/>
          <ac:picMkLst>
            <pc:docMk/>
            <pc:sldMk cId="0" sldId="266"/>
            <ac:picMk id="180" creationId="{00000000-0000-0000-0000-000000000000}"/>
          </ac:picMkLst>
        </pc:picChg>
      </pc:sldChg>
      <pc:sldChg chg="addSp delSp modSp mod">
        <pc:chgData name="Resula Mahendra Babu" userId="9ef71205f7f2b1d1" providerId="LiveId" clId="{BACA8F35-6C86-46EE-97D2-72F6DB4AFAB1}" dt="2026-01-29T06:50:02.755" v="301" actId="20577"/>
        <pc:sldMkLst>
          <pc:docMk/>
          <pc:sldMk cId="0" sldId="267"/>
        </pc:sldMkLst>
        <pc:spChg chg="add del mod">
          <ac:chgData name="Resula Mahendra Babu" userId="9ef71205f7f2b1d1" providerId="LiveId" clId="{BACA8F35-6C86-46EE-97D2-72F6DB4AFAB1}" dt="2026-01-29T06:26:01.515" v="94" actId="478"/>
          <ac:spMkLst>
            <pc:docMk/>
            <pc:sldMk cId="0" sldId="267"/>
            <ac:spMk id="3" creationId="{8005EB5E-BA1E-D420-8ECD-57AD02A126D9}"/>
          </ac:spMkLst>
        </pc:spChg>
        <pc:spChg chg="add del mod">
          <ac:chgData name="Resula Mahendra Babu" userId="9ef71205f7f2b1d1" providerId="LiveId" clId="{BACA8F35-6C86-46EE-97D2-72F6DB4AFAB1}" dt="2026-01-29T06:25:46.163" v="91" actId="478"/>
          <ac:spMkLst>
            <pc:docMk/>
            <pc:sldMk cId="0" sldId="267"/>
            <ac:spMk id="5" creationId="{E8DDE068-2C7A-9173-935F-F5FEE84FA243}"/>
          </ac:spMkLst>
        </pc:spChg>
        <pc:spChg chg="add mod">
          <ac:chgData name="Resula Mahendra Babu" userId="9ef71205f7f2b1d1" providerId="LiveId" clId="{BACA8F35-6C86-46EE-97D2-72F6DB4AFAB1}" dt="2026-01-29T06:50:02.755" v="301" actId="20577"/>
          <ac:spMkLst>
            <pc:docMk/>
            <pc:sldMk cId="0" sldId="267"/>
            <ac:spMk id="7" creationId="{9C145825-3B78-635D-AEF6-35055C36CFC5}"/>
          </ac:spMkLst>
        </pc:spChg>
        <pc:spChg chg="mod">
          <ac:chgData name="Resula Mahendra Babu" userId="9ef71205f7f2b1d1" providerId="LiveId" clId="{BACA8F35-6C86-46EE-97D2-72F6DB4AFAB1}" dt="2026-01-29T06:30:14.224" v="97" actId="1076"/>
          <ac:spMkLst>
            <pc:docMk/>
            <pc:sldMk cId="0" sldId="267"/>
            <ac:spMk id="181" creationId="{00000000-0000-0000-0000-000000000000}"/>
          </ac:spMkLst>
        </pc:spChg>
        <pc:spChg chg="del mod">
          <ac:chgData name="Resula Mahendra Babu" userId="9ef71205f7f2b1d1" providerId="LiveId" clId="{BACA8F35-6C86-46EE-97D2-72F6DB4AFAB1}" dt="2026-01-29T06:25:12.363" v="80"/>
          <ac:spMkLst>
            <pc:docMk/>
            <pc:sldMk cId="0" sldId="267"/>
            <ac:spMk id="182" creationId="{00000000-0000-0000-0000-000000000000}"/>
          </ac:spMkLst>
        </pc:spChg>
      </pc:sldChg>
      <pc:sldChg chg="addSp delSp modSp mod">
        <pc:chgData name="Resula Mahendra Babu" userId="9ef71205f7f2b1d1" providerId="LiveId" clId="{BACA8F35-6C86-46EE-97D2-72F6DB4AFAB1}" dt="2026-01-29T06:50:28.355" v="307" actId="1076"/>
        <pc:sldMkLst>
          <pc:docMk/>
          <pc:sldMk cId="0" sldId="268"/>
        </pc:sldMkLst>
        <pc:spChg chg="add mod">
          <ac:chgData name="Resula Mahendra Babu" userId="9ef71205f7f2b1d1" providerId="LiveId" clId="{BACA8F35-6C86-46EE-97D2-72F6DB4AFAB1}" dt="2026-01-29T06:50:28.355" v="307" actId="1076"/>
          <ac:spMkLst>
            <pc:docMk/>
            <pc:sldMk cId="0" sldId="268"/>
            <ac:spMk id="3" creationId="{A4E966A7-350B-DF7E-C9F8-987E1FD4008D}"/>
          </ac:spMkLst>
        </pc:spChg>
        <pc:spChg chg="mod">
          <ac:chgData name="Resula Mahendra Babu" userId="9ef71205f7f2b1d1" providerId="LiveId" clId="{BACA8F35-6C86-46EE-97D2-72F6DB4AFAB1}" dt="2026-01-29T06:31:35.318" v="110" actId="1076"/>
          <ac:spMkLst>
            <pc:docMk/>
            <pc:sldMk cId="0" sldId="268"/>
            <ac:spMk id="183" creationId="{00000000-0000-0000-0000-000000000000}"/>
          </ac:spMkLst>
        </pc:spChg>
        <pc:spChg chg="del mod">
          <ac:chgData name="Resula Mahendra Babu" userId="9ef71205f7f2b1d1" providerId="LiveId" clId="{BACA8F35-6C86-46EE-97D2-72F6DB4AFAB1}" dt="2026-01-29T06:30:29.411" v="103"/>
          <ac:spMkLst>
            <pc:docMk/>
            <pc:sldMk cId="0" sldId="268"/>
            <ac:spMk id="184" creationId="{00000000-0000-0000-0000-000000000000}"/>
          </ac:spMkLst>
        </pc:spChg>
      </pc:sldChg>
      <pc:sldChg chg="modSp mod">
        <pc:chgData name="Resula Mahendra Babu" userId="9ef71205f7f2b1d1" providerId="LiveId" clId="{BACA8F35-6C86-46EE-97D2-72F6DB4AFAB1}" dt="2026-01-29T06:34:50.939" v="153" actId="255"/>
        <pc:sldMkLst>
          <pc:docMk/>
          <pc:sldMk cId="0" sldId="269"/>
        </pc:sldMkLst>
        <pc:spChg chg="mod">
          <ac:chgData name="Resula Mahendra Babu" userId="9ef71205f7f2b1d1" providerId="LiveId" clId="{BACA8F35-6C86-46EE-97D2-72F6DB4AFAB1}" dt="2026-01-29T06:32:31.629" v="118" actId="1076"/>
          <ac:spMkLst>
            <pc:docMk/>
            <pc:sldMk cId="0" sldId="269"/>
            <ac:spMk id="186" creationId="{00000000-0000-0000-0000-000000000000}"/>
          </ac:spMkLst>
        </pc:spChg>
        <pc:spChg chg="mod">
          <ac:chgData name="Resula Mahendra Babu" userId="9ef71205f7f2b1d1" providerId="LiveId" clId="{BACA8F35-6C86-46EE-97D2-72F6DB4AFAB1}" dt="2026-01-29T06:34:50.939" v="153" actId="255"/>
          <ac:spMkLst>
            <pc:docMk/>
            <pc:sldMk cId="0" sldId="269"/>
            <ac:spMk id="188" creationId="{00000000-0000-0000-0000-000000000000}"/>
          </ac:spMkLst>
        </pc:spChg>
      </pc:sldChg>
      <pc:sldChg chg="modSp mod">
        <pc:chgData name="Resula Mahendra Babu" userId="9ef71205f7f2b1d1" providerId="LiveId" clId="{BACA8F35-6C86-46EE-97D2-72F6DB4AFAB1}" dt="2026-01-29T06:38:27.137" v="188" actId="113"/>
        <pc:sldMkLst>
          <pc:docMk/>
          <pc:sldMk cId="0" sldId="270"/>
        </pc:sldMkLst>
        <pc:spChg chg="mod">
          <ac:chgData name="Resula Mahendra Babu" userId="9ef71205f7f2b1d1" providerId="LiveId" clId="{BACA8F35-6C86-46EE-97D2-72F6DB4AFAB1}" dt="2026-01-29T06:36:23.084" v="169" actId="1076"/>
          <ac:spMkLst>
            <pc:docMk/>
            <pc:sldMk cId="0" sldId="270"/>
            <ac:spMk id="189" creationId="{00000000-0000-0000-0000-000000000000}"/>
          </ac:spMkLst>
        </pc:spChg>
        <pc:spChg chg="mod">
          <ac:chgData name="Resula Mahendra Babu" userId="9ef71205f7f2b1d1" providerId="LiveId" clId="{BACA8F35-6C86-46EE-97D2-72F6DB4AFAB1}" dt="2026-01-29T06:36:20.251" v="168" actId="1076"/>
          <ac:spMkLst>
            <pc:docMk/>
            <pc:sldMk cId="0" sldId="270"/>
            <ac:spMk id="190" creationId="{00000000-0000-0000-0000-000000000000}"/>
          </ac:spMkLst>
        </pc:spChg>
        <pc:spChg chg="mod">
          <ac:chgData name="Resula Mahendra Babu" userId="9ef71205f7f2b1d1" providerId="LiveId" clId="{BACA8F35-6C86-46EE-97D2-72F6DB4AFAB1}" dt="2026-01-29T06:38:27.137" v="188" actId="113"/>
          <ac:spMkLst>
            <pc:docMk/>
            <pc:sldMk cId="0" sldId="270"/>
            <ac:spMk id="191" creationId="{00000000-0000-0000-0000-000000000000}"/>
          </ac:spMkLst>
        </pc:spChg>
      </pc:sldChg>
      <pc:sldChg chg="modSp mod">
        <pc:chgData name="Resula Mahendra Babu" userId="9ef71205f7f2b1d1" providerId="LiveId" clId="{BACA8F35-6C86-46EE-97D2-72F6DB4AFAB1}" dt="2026-01-29T06:39:09.144" v="194" actId="1076"/>
        <pc:sldMkLst>
          <pc:docMk/>
          <pc:sldMk cId="0" sldId="271"/>
        </pc:sldMkLst>
        <pc:spChg chg="mod">
          <ac:chgData name="Resula Mahendra Babu" userId="9ef71205f7f2b1d1" providerId="LiveId" clId="{BACA8F35-6C86-46EE-97D2-72F6DB4AFAB1}" dt="2026-01-29T06:38:50.266" v="191" actId="1076"/>
          <ac:spMkLst>
            <pc:docMk/>
            <pc:sldMk cId="0" sldId="271"/>
            <ac:spMk id="192" creationId="{00000000-0000-0000-0000-000000000000}"/>
          </ac:spMkLst>
        </pc:spChg>
        <pc:picChg chg="mod">
          <ac:chgData name="Resula Mahendra Babu" userId="9ef71205f7f2b1d1" providerId="LiveId" clId="{BACA8F35-6C86-46EE-97D2-72F6DB4AFAB1}" dt="2026-01-29T06:39:05.116" v="193" actId="1076"/>
          <ac:picMkLst>
            <pc:docMk/>
            <pc:sldMk cId="0" sldId="271"/>
            <ac:picMk id="193" creationId="{00000000-0000-0000-0000-000000000000}"/>
          </ac:picMkLst>
        </pc:picChg>
        <pc:picChg chg="mod">
          <ac:chgData name="Resula Mahendra Babu" userId="9ef71205f7f2b1d1" providerId="LiveId" clId="{BACA8F35-6C86-46EE-97D2-72F6DB4AFAB1}" dt="2026-01-29T06:39:09.144" v="194" actId="1076"/>
          <ac:picMkLst>
            <pc:docMk/>
            <pc:sldMk cId="0" sldId="271"/>
            <ac:picMk id="194" creationId="{00000000-0000-0000-0000-000000000000}"/>
          </ac:picMkLst>
        </pc:picChg>
      </pc:sldChg>
      <pc:sldChg chg="del">
        <pc:chgData name="Resula Mahendra Babu" userId="9ef71205f7f2b1d1" providerId="LiveId" clId="{BACA8F35-6C86-46EE-97D2-72F6DB4AFAB1}" dt="2026-01-29T06:39:22.345" v="195" actId="47"/>
        <pc:sldMkLst>
          <pc:docMk/>
          <pc:sldMk cId="0" sldId="272"/>
        </pc:sldMkLst>
      </pc:sldChg>
      <pc:sldChg chg="modSp mod">
        <pc:chgData name="Resula Mahendra Babu" userId="9ef71205f7f2b1d1" providerId="LiveId" clId="{BACA8F35-6C86-46EE-97D2-72F6DB4AFAB1}" dt="2026-01-29T06:39:52.530" v="201" actId="1036"/>
        <pc:sldMkLst>
          <pc:docMk/>
          <pc:sldMk cId="0" sldId="273"/>
        </pc:sldMkLst>
        <pc:picChg chg="mod">
          <ac:chgData name="Resula Mahendra Babu" userId="9ef71205f7f2b1d1" providerId="LiveId" clId="{BACA8F35-6C86-46EE-97D2-72F6DB4AFAB1}" dt="2026-01-29T06:39:43.342" v="198" actId="1076"/>
          <ac:picMkLst>
            <pc:docMk/>
            <pc:sldMk cId="0" sldId="273"/>
            <ac:picMk id="195" creationId="{00000000-0000-0000-0000-000000000000}"/>
          </ac:picMkLst>
        </pc:picChg>
        <pc:picChg chg="mod">
          <ac:chgData name="Resula Mahendra Babu" userId="9ef71205f7f2b1d1" providerId="LiveId" clId="{BACA8F35-6C86-46EE-97D2-72F6DB4AFAB1}" dt="2026-01-29T06:39:52.530" v="201" actId="1036"/>
          <ac:picMkLst>
            <pc:docMk/>
            <pc:sldMk cId="0" sldId="273"/>
            <ac:picMk id="196" creationId="{00000000-0000-0000-0000-000000000000}"/>
          </ac:picMkLst>
        </pc:picChg>
      </pc:sldChg>
      <pc:sldChg chg="modSp mod">
        <pc:chgData name="Resula Mahendra Babu" userId="9ef71205f7f2b1d1" providerId="LiveId" clId="{BACA8F35-6C86-46EE-97D2-72F6DB4AFAB1}" dt="2026-01-29T06:40:10.845" v="203" actId="14100"/>
        <pc:sldMkLst>
          <pc:docMk/>
          <pc:sldMk cId="0" sldId="274"/>
        </pc:sldMkLst>
        <pc:picChg chg="mod">
          <ac:chgData name="Resula Mahendra Babu" userId="9ef71205f7f2b1d1" providerId="LiveId" clId="{BACA8F35-6C86-46EE-97D2-72F6DB4AFAB1}" dt="2026-01-29T06:40:10.845" v="203" actId="14100"/>
          <ac:picMkLst>
            <pc:docMk/>
            <pc:sldMk cId="0" sldId="274"/>
            <ac:picMk id="197" creationId="{00000000-0000-0000-0000-000000000000}"/>
          </ac:picMkLst>
        </pc:picChg>
      </pc:sldChg>
      <pc:sldChg chg="modSp mod">
        <pc:chgData name="Resula Mahendra Babu" userId="9ef71205f7f2b1d1" providerId="LiveId" clId="{BACA8F35-6C86-46EE-97D2-72F6DB4AFAB1}" dt="2026-01-29T06:40:56.935" v="218" actId="1076"/>
        <pc:sldMkLst>
          <pc:docMk/>
          <pc:sldMk cId="0" sldId="275"/>
        </pc:sldMkLst>
        <pc:spChg chg="mod">
          <ac:chgData name="Resula Mahendra Babu" userId="9ef71205f7f2b1d1" providerId="LiveId" clId="{BACA8F35-6C86-46EE-97D2-72F6DB4AFAB1}" dt="2026-01-29T06:40:19.623" v="205" actId="14100"/>
          <ac:spMkLst>
            <pc:docMk/>
            <pc:sldMk cId="0" sldId="275"/>
            <ac:spMk id="198" creationId="{00000000-0000-0000-0000-000000000000}"/>
          </ac:spMkLst>
        </pc:spChg>
        <pc:spChg chg="mod">
          <ac:chgData name="Resula Mahendra Babu" userId="9ef71205f7f2b1d1" providerId="LiveId" clId="{BACA8F35-6C86-46EE-97D2-72F6DB4AFAB1}" dt="2026-01-29T06:40:56.935" v="218" actId="1076"/>
          <ac:spMkLst>
            <pc:docMk/>
            <pc:sldMk cId="0" sldId="275"/>
            <ac:spMk id="200" creationId="{00000000-0000-0000-0000-000000000000}"/>
          </ac:spMkLst>
        </pc:spChg>
      </pc:sldChg>
      <pc:sldChg chg="modSp mod">
        <pc:chgData name="Resula Mahendra Babu" userId="9ef71205f7f2b1d1" providerId="LiveId" clId="{BACA8F35-6C86-46EE-97D2-72F6DB4AFAB1}" dt="2026-01-29T06:41:27.567" v="223" actId="1076"/>
        <pc:sldMkLst>
          <pc:docMk/>
          <pc:sldMk cId="0" sldId="276"/>
        </pc:sldMkLst>
        <pc:spChg chg="mod">
          <ac:chgData name="Resula Mahendra Babu" userId="9ef71205f7f2b1d1" providerId="LiveId" clId="{BACA8F35-6C86-46EE-97D2-72F6DB4AFAB1}" dt="2026-01-29T06:41:14.522" v="221" actId="1076"/>
          <ac:spMkLst>
            <pc:docMk/>
            <pc:sldMk cId="0" sldId="276"/>
            <ac:spMk id="201" creationId="{00000000-0000-0000-0000-000000000000}"/>
          </ac:spMkLst>
        </pc:spChg>
        <pc:spChg chg="mod">
          <ac:chgData name="Resula Mahendra Babu" userId="9ef71205f7f2b1d1" providerId="LiveId" clId="{BACA8F35-6C86-46EE-97D2-72F6DB4AFAB1}" dt="2026-01-29T06:41:27.567" v="223" actId="1076"/>
          <ac:spMkLst>
            <pc:docMk/>
            <pc:sldMk cId="0" sldId="276"/>
            <ac:spMk id="203" creationId="{00000000-0000-0000-0000-000000000000}"/>
          </ac:spMkLst>
        </pc:spChg>
      </pc:sldChg>
      <pc:sldChg chg="delSp modSp mod">
        <pc:chgData name="Resula Mahendra Babu" userId="9ef71205f7f2b1d1" providerId="LiveId" clId="{BACA8F35-6C86-46EE-97D2-72F6DB4AFAB1}" dt="2026-01-29T06:46:24.058" v="268" actId="1076"/>
        <pc:sldMkLst>
          <pc:docMk/>
          <pc:sldMk cId="0" sldId="277"/>
        </pc:sldMkLst>
        <pc:spChg chg="mod">
          <ac:chgData name="Resula Mahendra Babu" userId="9ef71205f7f2b1d1" providerId="LiveId" clId="{BACA8F35-6C86-46EE-97D2-72F6DB4AFAB1}" dt="2026-01-29T06:46:24.058" v="268" actId="1076"/>
          <ac:spMkLst>
            <pc:docMk/>
            <pc:sldMk cId="0" sldId="277"/>
            <ac:spMk id="204" creationId="{00000000-0000-0000-0000-000000000000}"/>
          </ac:spMkLst>
        </pc:spChg>
        <pc:spChg chg="del mod">
          <ac:chgData name="Resula Mahendra Babu" userId="9ef71205f7f2b1d1" providerId="LiveId" clId="{BACA8F35-6C86-46EE-97D2-72F6DB4AFAB1}" dt="2026-01-29T06:44:48.884" v="249"/>
          <ac:spMkLst>
            <pc:docMk/>
            <pc:sldMk cId="0" sldId="277"/>
            <ac:spMk id="205" creationId="{00000000-0000-0000-0000-000000000000}"/>
          </ac:spMkLst>
        </pc:spChg>
      </pc:sldChg>
      <pc:sldChg chg="modSp mod modNotes">
        <pc:chgData name="Resula Mahendra Babu" userId="9ef71205f7f2b1d1" providerId="LiveId" clId="{BACA8F35-6C86-46EE-97D2-72F6DB4AFAB1}" dt="2026-01-29T06:46:43.474" v="272" actId="14100"/>
        <pc:sldMkLst>
          <pc:docMk/>
          <pc:sldMk cId="0" sldId="278"/>
        </pc:sldMkLst>
        <pc:spChg chg="mod">
          <ac:chgData name="Resula Mahendra Babu" userId="9ef71205f7f2b1d1" providerId="LiveId" clId="{BACA8F35-6C86-46EE-97D2-72F6DB4AFAB1}" dt="2026-01-29T06:46:43.474" v="272" actId="14100"/>
          <ac:spMkLst>
            <pc:docMk/>
            <pc:sldMk cId="0" sldId="278"/>
            <ac:spMk id="20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IN" sz="4400" b="0" strike="noStrike" spc="-1">
                <a:solidFill>
                  <a:srgbClr val="000000"/>
                </a:solidFill>
                <a:latin typeface="Arial"/>
              </a:rPr>
              <a:t>Click to move the slide</a:t>
            </a:r>
          </a:p>
        </p:txBody>
      </p:sp>
      <p:sp>
        <p:nvSpPr>
          <p:cNvPr id="14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IN" sz="2000" b="0" strike="noStrike" spc="-1">
                <a:solidFill>
                  <a:srgbClr val="000000"/>
                </a:solidFill>
                <a:latin typeface="Arial"/>
              </a:rPr>
              <a:t>Click to edit the notes format</a:t>
            </a:r>
          </a:p>
        </p:txBody>
      </p:sp>
      <p:sp>
        <p:nvSpPr>
          <p:cNvPr id="15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strike="noStrike" spc="-1">
                <a:solidFill>
                  <a:srgbClr val="000000"/>
                </a:solidFill>
                <a:latin typeface="Times New Roman"/>
              </a:rPr>
              <a:t>&lt;header&gt;</a:t>
            </a:r>
          </a:p>
        </p:txBody>
      </p:sp>
      <p:sp>
        <p:nvSpPr>
          <p:cNvPr id="151" name="PlaceHolder 4"/>
          <p:cNvSpPr>
            <a:spLocks noGrp="1"/>
          </p:cNvSpPr>
          <p:nvPr>
            <p:ph type="dt" idx="46"/>
          </p:nvPr>
        </p:nvSpPr>
        <p:spPr>
          <a:xfrm>
            <a:off x="4278960" y="0"/>
            <a:ext cx="3280680" cy="534240"/>
          </a:xfrm>
          <a:prstGeom prst="rect">
            <a:avLst/>
          </a:prstGeom>
          <a:noFill/>
          <a:ln w="0">
            <a:noFill/>
          </a:ln>
        </p:spPr>
        <p:txBody>
          <a:bodyPr lIns="0" tIns="0" rIns="0" bIns="0" anchor="t">
            <a:noAutofit/>
          </a:bodyPr>
          <a:lstStyle>
            <a:lvl1pPr indent="0" algn="r">
              <a:buNone/>
              <a:defRPr lang="en-IN" sz="1400" b="0" strike="noStrike" spc="-1">
                <a:solidFill>
                  <a:srgbClr val="000000"/>
                </a:solidFill>
                <a:latin typeface="Times New Roman"/>
              </a:defRPr>
            </a:lvl1pPr>
          </a:lstStyle>
          <a:p>
            <a:pPr indent="0" algn="r">
              <a:buNone/>
            </a:pPr>
            <a:r>
              <a:rPr lang="en-IN" sz="1400" b="0" strike="noStrike" spc="-1">
                <a:solidFill>
                  <a:srgbClr val="000000"/>
                </a:solidFill>
                <a:latin typeface="Times New Roman"/>
              </a:rPr>
              <a:t>&lt;date/time&gt;</a:t>
            </a:r>
          </a:p>
        </p:txBody>
      </p:sp>
      <p:sp>
        <p:nvSpPr>
          <p:cNvPr id="152" name="PlaceHolder 5"/>
          <p:cNvSpPr>
            <a:spLocks noGrp="1"/>
          </p:cNvSpPr>
          <p:nvPr>
            <p:ph type="ftr" idx="47"/>
          </p:nvPr>
        </p:nvSpPr>
        <p:spPr>
          <a:xfrm>
            <a:off x="0" y="10157400"/>
            <a:ext cx="3280680" cy="534240"/>
          </a:xfrm>
          <a:prstGeom prst="rect">
            <a:avLst/>
          </a:prstGeom>
          <a:noFill/>
          <a:ln w="0">
            <a:noFill/>
          </a:ln>
        </p:spPr>
        <p:txBody>
          <a:bodyPr lIns="0" tIns="0" rIns="0" bIns="0" anchor="b">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&lt;footer&gt;</a:t>
            </a:r>
          </a:p>
        </p:txBody>
      </p:sp>
      <p:sp>
        <p:nvSpPr>
          <p:cNvPr id="153" name="PlaceHolder 6"/>
          <p:cNvSpPr>
            <a:spLocks noGrp="1"/>
          </p:cNvSpPr>
          <p:nvPr>
            <p:ph type="sldNum" idx="48"/>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strike="noStrike" spc="-1">
                <a:solidFill>
                  <a:srgbClr val="000000"/>
                </a:solidFill>
                <a:latin typeface="Times New Roman"/>
              </a:defRPr>
            </a:lvl1pPr>
          </a:lstStyle>
          <a:p>
            <a:pPr indent="0" algn="r">
              <a:buNone/>
            </a:pPr>
            <a:fld id="{6E4E666A-4A08-4AB9-A8E8-87BD9485CECE}" type="slidenum">
              <a:rPr lang="en-IN" sz="1400" b="0" strike="noStrike" spc="-1">
                <a:solidFill>
                  <a:srgbClr val="000000"/>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noRot="1" noChangeAspect="1"/>
          </p:cNvSpPr>
          <p:nvPr>
            <p:ph type="sldImg"/>
          </p:nvPr>
        </p:nvSpPr>
        <p:spPr>
          <a:xfrm>
            <a:off x="685800" y="1143000"/>
            <a:ext cx="5486400" cy="3086100"/>
          </a:xfrm>
          <a:prstGeom prst="rect">
            <a:avLst/>
          </a:prstGeom>
          <a:ln w="0">
            <a:noFill/>
          </a:ln>
        </p:spPr>
      </p:sp>
      <p:sp>
        <p:nvSpPr>
          <p:cNvPr id="2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216000">
              <a:buNone/>
            </a:pPr>
            <a:endParaRPr lang="en-IN" sz="1800" b="0" strike="noStrike" spc="-1">
              <a:solidFill>
                <a:srgbClr val="000000"/>
              </a:solidFill>
              <a:latin typeface="Arial"/>
            </a:endParaRPr>
          </a:p>
        </p:txBody>
      </p:sp>
      <p:sp>
        <p:nvSpPr>
          <p:cNvPr id="209" name="PlaceHolder 3"/>
          <p:cNvSpPr>
            <a:spLocks noGrp="1"/>
          </p:cNvSpPr>
          <p:nvPr>
            <p:ph type="sldNum" idx="4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B7EF267F-EBF5-4A76-A6E7-C48654B460F8}" type="slidenum">
              <a:rPr lang="en-US" sz="1200" b="0" strike="noStrike" spc="-1">
                <a:solidFill>
                  <a:srgbClr val="000000"/>
                </a:solidFill>
                <a:latin typeface="Times New Roman"/>
              </a:rPr>
              <a:t>1</a:t>
            </a:fld>
            <a:endParaRPr lang="en-IN"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noRot="1" noChangeAspect="1"/>
          </p:cNvSpPr>
          <p:nvPr>
            <p:ph type="sldImg"/>
          </p:nvPr>
        </p:nvSpPr>
        <p:spPr>
          <a:xfrm>
            <a:off x="685800" y="1143000"/>
            <a:ext cx="5486400" cy="3086100"/>
          </a:xfrm>
          <a:prstGeom prst="rect">
            <a:avLst/>
          </a:prstGeom>
          <a:ln w="0">
            <a:noFill/>
          </a:ln>
        </p:spPr>
      </p:sp>
      <p:sp>
        <p:nvSpPr>
          <p:cNvPr id="2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216000">
              <a:buNone/>
            </a:pPr>
            <a:endParaRPr lang="en-IN" sz="1800" b="0" strike="noStrike" spc="-1">
              <a:solidFill>
                <a:srgbClr val="000000"/>
              </a:solidFill>
              <a:latin typeface="Arial"/>
            </a:endParaRPr>
          </a:p>
        </p:txBody>
      </p:sp>
      <p:sp>
        <p:nvSpPr>
          <p:cNvPr id="212" name="PlaceHolder 3"/>
          <p:cNvSpPr>
            <a:spLocks noGrp="1"/>
          </p:cNvSpPr>
          <p:nvPr>
            <p:ph type="sldNum" idx="5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04B98F7D-3A71-4BD3-BBD6-F036977E11AF}" type="slidenum">
              <a:rPr lang="en-US" sz="1200" b="0" strike="noStrike" spc="-1">
                <a:solidFill>
                  <a:srgbClr val="000000"/>
                </a:solidFill>
                <a:latin typeface="Times New Roman"/>
              </a:rPr>
              <a:t>4</a:t>
            </a:fld>
            <a:endParaRPr lang="en-IN"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noRot="1" noChangeAspect="1"/>
          </p:cNvSpPr>
          <p:nvPr>
            <p:ph type="sldImg"/>
          </p:nvPr>
        </p:nvSpPr>
        <p:spPr>
          <a:xfrm>
            <a:off x="685800" y="1143000"/>
            <a:ext cx="5486400" cy="3086100"/>
          </a:xfrm>
          <a:prstGeom prst="rect">
            <a:avLst/>
          </a:prstGeom>
          <a:ln w="0">
            <a:noFill/>
          </a:ln>
        </p:spPr>
      </p:sp>
      <p:sp>
        <p:nvSpPr>
          <p:cNvPr id="2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216000">
              <a:buNone/>
            </a:pPr>
            <a:endParaRPr lang="en-IN" sz="1800" b="0" strike="noStrike" spc="-1">
              <a:solidFill>
                <a:srgbClr val="000000"/>
              </a:solidFill>
              <a:latin typeface="Arial"/>
            </a:endParaRPr>
          </a:p>
        </p:txBody>
      </p:sp>
      <p:sp>
        <p:nvSpPr>
          <p:cNvPr id="215" name="PlaceHolder 3"/>
          <p:cNvSpPr>
            <a:spLocks noGrp="1"/>
          </p:cNvSpPr>
          <p:nvPr>
            <p:ph type="sldNum" idx="5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7DA34048-8BAE-4E9D-A6EA-8C74569F14DD}" type="slidenum">
              <a:rPr lang="en-US" sz="1200" b="0" strike="noStrike" spc="-1">
                <a:solidFill>
                  <a:srgbClr val="000000"/>
                </a:solidFill>
                <a:latin typeface="Times New Roman"/>
              </a:rPr>
              <a:t>5</a:t>
            </a:fld>
            <a:endParaRPr lang="en-IN"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noRot="1" noChangeAspect="1"/>
          </p:cNvSpPr>
          <p:nvPr>
            <p:ph type="sldImg"/>
          </p:nvPr>
        </p:nvSpPr>
        <p:spPr>
          <a:xfrm>
            <a:off x="685800" y="1143000"/>
            <a:ext cx="5486400" cy="3086100"/>
          </a:xfrm>
          <a:prstGeom prst="rect">
            <a:avLst/>
          </a:prstGeom>
          <a:ln w="0">
            <a:noFill/>
          </a:ln>
        </p:spPr>
      </p:sp>
      <p:sp>
        <p:nvSpPr>
          <p:cNvPr id="2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216000">
              <a:buNone/>
            </a:pPr>
            <a:endParaRPr lang="en-IN" sz="1800" b="0" strike="noStrike" spc="-1">
              <a:solidFill>
                <a:srgbClr val="000000"/>
              </a:solidFill>
              <a:latin typeface="Arial"/>
            </a:endParaRPr>
          </a:p>
        </p:txBody>
      </p:sp>
      <p:sp>
        <p:nvSpPr>
          <p:cNvPr id="218" name="PlaceHolder 3"/>
          <p:cNvSpPr>
            <a:spLocks noGrp="1"/>
          </p:cNvSpPr>
          <p:nvPr>
            <p:ph type="sldNum" idx="5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84D717A5-A1C9-4042-96CF-C53580FB00E3}" type="slidenum">
              <a:rPr lang="en-US" sz="1200" b="0" strike="noStrike" spc="-1">
                <a:solidFill>
                  <a:srgbClr val="000000"/>
                </a:solidFill>
                <a:latin typeface="Times New Roman"/>
              </a:rPr>
              <a:t>7</a:t>
            </a:fld>
            <a:endParaRPr lang="en-IN"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685800" y="1143000"/>
            <a:ext cx="5486400" cy="3086100"/>
          </a:xfrm>
          <a:prstGeom prst="rect">
            <a:avLst/>
          </a:prstGeom>
          <a:ln w="0">
            <a:noFill/>
          </a:ln>
        </p:spPr>
      </p:sp>
      <p:sp>
        <p:nvSpPr>
          <p:cNvPr id="2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216000">
              <a:buNone/>
            </a:pPr>
            <a:endParaRPr lang="en-IN" sz="1800" b="0" strike="noStrike" spc="-1">
              <a:solidFill>
                <a:srgbClr val="000000"/>
              </a:solidFill>
              <a:latin typeface="Arial"/>
            </a:endParaRPr>
          </a:p>
        </p:txBody>
      </p:sp>
      <p:sp>
        <p:nvSpPr>
          <p:cNvPr id="221" name="PlaceHolder 3"/>
          <p:cNvSpPr>
            <a:spLocks noGrp="1"/>
          </p:cNvSpPr>
          <p:nvPr>
            <p:ph type="sldNum" idx="5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20F1D6BC-6813-4678-8005-3FE8D9A6F0CD}" type="slidenum">
              <a:rPr lang="en-US" sz="1200" b="0" strike="noStrike" spc="-1">
                <a:solidFill>
                  <a:srgbClr val="000000"/>
                </a:solidFill>
                <a:latin typeface="Times New Roman"/>
              </a:rPr>
              <a:t>9</a:t>
            </a:fld>
            <a:endParaRPr lang="en-IN"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noRot="1" noChangeAspect="1"/>
          </p:cNvSpPr>
          <p:nvPr>
            <p:ph type="sldImg"/>
          </p:nvPr>
        </p:nvSpPr>
        <p:spPr>
          <a:xfrm>
            <a:off x="685800" y="1143000"/>
            <a:ext cx="5486400" cy="3086100"/>
          </a:xfrm>
          <a:prstGeom prst="rect">
            <a:avLst/>
          </a:prstGeom>
          <a:ln w="0">
            <a:noFill/>
          </a:ln>
        </p:spPr>
      </p:sp>
      <p:sp>
        <p:nvSpPr>
          <p:cNvPr id="2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216000">
              <a:buNone/>
            </a:pPr>
            <a:endParaRPr lang="en-IN" sz="1800" b="0" strike="noStrike" spc="-1">
              <a:solidFill>
                <a:srgbClr val="000000"/>
              </a:solidFill>
              <a:latin typeface="Arial"/>
            </a:endParaRPr>
          </a:p>
        </p:txBody>
      </p:sp>
      <p:sp>
        <p:nvSpPr>
          <p:cNvPr id="224" name="PlaceHolder 3"/>
          <p:cNvSpPr>
            <a:spLocks noGrp="1"/>
          </p:cNvSpPr>
          <p:nvPr>
            <p:ph type="sldNum" idx="5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pPr>
            <a:fld id="{91C0C6BE-B6C2-44DE-A5FD-57ECAA00A1DB}" type="slidenum">
              <a:rPr lang="en-US" sz="1200" b="0" strike="noStrike" spc="-1">
                <a:solidFill>
                  <a:srgbClr val="000000"/>
                </a:solidFill>
                <a:latin typeface="Times New Roman"/>
              </a:rPr>
              <a:t>22</a:t>
            </a:fld>
            <a:endParaRPr lang="en-IN"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0"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7C1C9307-0E32-495C-9DB5-C03DAABD9594}"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5368A55A-BCE6-4810-8B3A-2E24894CB297}"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1957025E-7B9D-476B-9EA9-703269957CD3}"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Two Content">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lstStyle/>
          <a:p>
            <a:r>
              <a:t>Footer</a:t>
            </a:r>
          </a:p>
        </p:txBody>
      </p:sp>
      <p:sp>
        <p:nvSpPr>
          <p:cNvPr id="3" name="PlaceHolder 2"/>
          <p:cNvSpPr>
            <a:spLocks noGrp="1"/>
          </p:cNvSpPr>
          <p:nvPr>
            <p:ph type="sldNum" idx="17"/>
          </p:nvPr>
        </p:nvSpPr>
        <p:spPr/>
        <p:txBody>
          <a:bodyPr/>
          <a:lstStyle/>
          <a:p>
            <a:fld id="{D6EF19C2-1125-4A9D-9C70-E67991A61E95}" type="slidenum">
              <a:t>‹#›</a:t>
            </a:fld>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BCB7B444-A735-446D-8776-466A9371D3EA}" type="slidenum">
              <a:t>‹#›</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2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2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ftr" idx="28"/>
          </p:nvPr>
        </p:nvSpPr>
        <p:spPr/>
        <p:txBody>
          <a:bodyPr/>
          <a:lstStyle/>
          <a:p>
            <a:r>
              <a:t>Footer</a:t>
            </a:r>
          </a:p>
        </p:txBody>
      </p:sp>
      <p:sp>
        <p:nvSpPr>
          <p:cNvPr id="6" name="PlaceHolder 5"/>
          <p:cNvSpPr>
            <a:spLocks noGrp="1"/>
          </p:cNvSpPr>
          <p:nvPr>
            <p:ph type="sldNum" idx="29"/>
          </p:nvPr>
        </p:nvSpPr>
        <p:spPr/>
        <p:txBody>
          <a:bodyPr/>
          <a:lstStyle/>
          <a:p>
            <a:fld id="{EDE4EA7A-4755-4F34-9B9F-699E96FA78D5}" type="slidenum">
              <a:t>‹#›</a:t>
            </a:fld>
            <a:endParaRPr/>
          </a:p>
        </p:txBody>
      </p:sp>
      <p:sp>
        <p:nvSpPr>
          <p:cNvPr id="7" name="PlaceHolder 6"/>
          <p:cNvSpPr>
            <a:spLocks noGrp="1"/>
          </p:cNvSpPr>
          <p:nvPr>
            <p:ph type="dt" idx="30"/>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9A24A402-C26B-4F67-B000-18EF6981BDA7}" type="slidenum">
              <a:t>‹#›</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332764A0-1F63-4624-B98A-6413618AF484}" type="slidenum">
              <a:t>‹#›</a:t>
            </a:fld>
            <a:endParaRPr/>
          </a:p>
        </p:txBody>
      </p:sp>
      <p:sp>
        <p:nvSpPr>
          <p:cNvPr id="4" name="PlaceHolder 3"/>
          <p:cNvSpPr>
            <a:spLocks noGrp="1"/>
          </p:cNvSpPr>
          <p:nvPr>
            <p:ph type="dt" idx="4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lstStyle/>
          <a:p>
            <a:r>
              <a:t>Footer</a:t>
            </a:r>
          </a:p>
        </p:txBody>
      </p:sp>
      <p:sp>
        <p:nvSpPr>
          <p:cNvPr id="3" name="PlaceHolder 2"/>
          <p:cNvSpPr>
            <a:spLocks noGrp="1"/>
          </p:cNvSpPr>
          <p:nvPr>
            <p:ph type="sldNum" idx="44"/>
          </p:nvPr>
        </p:nvSpPr>
        <p:spPr/>
        <p:txBody>
          <a:bodyPr/>
          <a:lstStyle/>
          <a:p>
            <a:fld id="{BA8D361B-7971-4C3D-9513-521D85077ED7}" type="slidenum">
              <a:t>‹#›</a:t>
            </a:fld>
            <a:endParaRPr/>
          </a:p>
        </p:txBody>
      </p:sp>
      <p:sp>
        <p:nvSpPr>
          <p:cNvPr id="4" name="PlaceHolder 3"/>
          <p:cNvSpPr>
            <a:spLocks noGrp="1"/>
          </p:cNvSpPr>
          <p:nvPr>
            <p:ph type="dt" idx="4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77377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1846965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1556241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6" name="Footer Placeholder 5"/>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7" name="Slide Number Placeholder 6"/>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1671203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8" name="Footer Placeholder 7"/>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9" name="Slide Number Placeholder 8"/>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1698566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4" name="Footer Placeholder 3"/>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5" name="Slide Number Placeholder 4"/>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2284292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3" name="Footer Placeholder 2"/>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4" name="Slide Number Placeholder 3"/>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1629992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6" name="Footer Placeholder 5"/>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7" name="Slide Number Placeholder 6"/>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2693436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6" name="Footer Placeholder 5"/>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7" name="Slide Number Placeholder 6"/>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18137742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18586436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961974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1965987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171792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10330509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40943604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IN" sz="1400" b="0" strike="noStrike" spc="-1">
                <a:solidFill>
                  <a:srgbClr val="000000"/>
                </a:solidFill>
                <a:latin typeface="Times New Roman"/>
              </a:rPr>
              <a:t>&lt;date/time&gt;</a:t>
            </a:r>
          </a:p>
        </p:txBody>
      </p:sp>
      <p:sp>
        <p:nvSpPr>
          <p:cNvPr id="5" name="Footer Placeholder 4"/>
          <p:cNvSpPr>
            <a:spLocks noGrp="1"/>
          </p:cNvSpPr>
          <p:nvPr>
            <p:ph type="ftr" sz="quarter" idx="11"/>
          </p:nvPr>
        </p:nvSpPr>
        <p:spPr/>
        <p:txBody>
          <a:body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6" name="Slide Number Placeholder 5"/>
          <p:cNvSpPr>
            <a:spLocks noGrp="1"/>
          </p:cNvSpPr>
          <p:nvPr>
            <p:ph type="sldNum" sz="quarter" idx="12"/>
          </p:nvPr>
        </p:nvSpPr>
        <p:spPr/>
        <p:txBody>
          <a:bodyPr/>
          <a:lstStyle/>
          <a:p>
            <a:pPr indent="0" algn="r" defTabSz="914400">
              <a:lnSpc>
                <a:spcPct val="100000"/>
              </a:lnSpc>
              <a:buNone/>
              <a:tabLst>
                <a:tab pos="0" algn="l"/>
              </a:tabLst>
            </a:pPr>
            <a:fld id="{7B86210C-E942-4670-9C49-843F90A12ABC}"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545482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9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ftr" idx="22"/>
          </p:nvPr>
        </p:nvSpPr>
        <p:spPr/>
        <p:txBody>
          <a:bodyPr/>
          <a:lstStyle/>
          <a:p>
            <a:r>
              <a:t>Footer</a:t>
            </a:r>
          </a:p>
        </p:txBody>
      </p:sp>
      <p:sp>
        <p:nvSpPr>
          <p:cNvPr id="5" name="PlaceHolder 4"/>
          <p:cNvSpPr>
            <a:spLocks noGrp="1"/>
          </p:cNvSpPr>
          <p:nvPr>
            <p:ph type="sldNum" idx="23"/>
          </p:nvPr>
        </p:nvSpPr>
        <p:spPr/>
        <p:txBody>
          <a:bodyPr/>
          <a:lstStyle/>
          <a:p>
            <a:fld id="{0AB67C54-C869-4451-8BE8-3FBD5BE5F0D3}" type="slidenum">
              <a:t>‹#›</a:t>
            </a:fld>
            <a:endParaRPr/>
          </a:p>
        </p:txBody>
      </p:sp>
      <p:sp>
        <p:nvSpPr>
          <p:cNvPr id="6" name="PlaceHolder 5"/>
          <p:cNvSpPr>
            <a:spLocks noGrp="1"/>
          </p:cNvSpPr>
          <p:nvPr>
            <p:ph type="dt" idx="24"/>
          </p:nvPr>
        </p:nvSpPr>
        <p:spPr/>
        <p:txBody>
          <a:bodyPr/>
          <a:lstStyle/>
          <a:p>
            <a:endParaRPr/>
          </a:p>
        </p:txBody>
      </p:sp>
    </p:spTree>
    <p:extLst>
      <p:ext uri="{BB962C8B-B14F-4D97-AF65-F5344CB8AC3E}">
        <p14:creationId xmlns:p14="http://schemas.microsoft.com/office/powerpoint/2010/main" val="371976840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theme" Target="../theme/theme10.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9" name="Straight Connector 8"/>
          <p:cNvCxnSpPr/>
          <p:nvPr/>
        </p:nvCxnSpPr>
        <p:spPr>
          <a:xfrm>
            <a:off x="1920240" y="2175840"/>
            <a:ext cx="8771040" cy="720"/>
          </a:xfrm>
          <a:prstGeom prst="straightConnector1">
            <a:avLst/>
          </a:prstGeom>
          <a:ln w="25400">
            <a:solidFill>
              <a:srgbClr val="808080"/>
            </a:solidFill>
            <a:round/>
          </a:ln>
        </p:spPr>
      </p:cxnSp>
      <p:sp>
        <p:nvSpPr>
          <p:cNvPr id="10" name="Freeform: Shape 27"/>
          <p:cNvSpPr/>
          <p:nvPr/>
        </p:nvSpPr>
        <p:spPr>
          <a:xfrm>
            <a:off x="0" y="0"/>
            <a:ext cx="3495600" cy="6857280"/>
          </a:xfrm>
          <a:custGeom>
            <a:avLst/>
            <a:gdLst>
              <a:gd name="textAreaLeft" fmla="*/ 0 w 3495600"/>
              <a:gd name="textAreaRight" fmla="*/ 3496320 w 3495600"/>
              <a:gd name="textAreaTop" fmla="*/ 0 h 6857280"/>
              <a:gd name="textAreaBottom" fmla="*/ 6858000 h 6857280"/>
            </a:gdLst>
            <a:ahLst/>
            <a:cxnLst/>
            <a:rect l="textAreaLeft" t="textAreaTop" r="textAreaRight" b="textAreaBottom"/>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Meiryo"/>
            </a:endParaRPr>
          </a:p>
        </p:txBody>
      </p:sp>
      <p:sp>
        <p:nvSpPr>
          <p:cNvPr id="2" name="Freeform: Shape 3"/>
          <p:cNvSpPr/>
          <p:nvPr/>
        </p:nvSpPr>
        <p:spPr>
          <a:xfrm>
            <a:off x="1375560" y="0"/>
            <a:ext cx="2529000" cy="6857280"/>
          </a:xfrm>
          <a:custGeom>
            <a:avLst/>
            <a:gdLst>
              <a:gd name="textAreaLeft" fmla="*/ 0 w 2529000"/>
              <a:gd name="textAreaRight" fmla="*/ 2529720 w 2529000"/>
              <a:gd name="textAreaTop" fmla="*/ 0 h 6857280"/>
              <a:gd name="textAreaBottom" fmla="*/ 6858000 h 6857280"/>
            </a:gdLst>
            <a:ahLst/>
            <a:cxnLst/>
            <a:rect l="textAreaLeft" t="textAreaTop" r="textAreaRight" b="textAreaBottom"/>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3" name="Freeform: Shape 4"/>
          <p:cNvSpPr/>
          <p:nvPr/>
        </p:nvSpPr>
        <p:spPr>
          <a:xfrm>
            <a:off x="1155240" y="0"/>
            <a:ext cx="2535840" cy="6857280"/>
          </a:xfrm>
          <a:custGeom>
            <a:avLst/>
            <a:gdLst>
              <a:gd name="textAreaLeft" fmla="*/ 0 w 2535840"/>
              <a:gd name="textAreaRight" fmla="*/ 2536560 w 2535840"/>
              <a:gd name="textAreaTop" fmla="*/ 0 h 6857280"/>
              <a:gd name="textAreaBottom" fmla="*/ 6858000 h 6857280"/>
            </a:gdLst>
            <a:ahLst/>
            <a:cxnLst/>
            <a:rect l="textAreaLeft" t="textAreaTop" r="textAreaRight" b="textAreaBottom"/>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Meiryo"/>
            </a:endParaRPr>
          </a:p>
        </p:txBody>
      </p:sp>
      <p:sp>
        <p:nvSpPr>
          <p:cNvPr id="4" name="Freeform: Shape 5"/>
          <p:cNvSpPr/>
          <p:nvPr/>
        </p:nvSpPr>
        <p:spPr>
          <a:xfrm>
            <a:off x="924120" y="0"/>
            <a:ext cx="2260800" cy="6857280"/>
          </a:xfrm>
          <a:custGeom>
            <a:avLst/>
            <a:gdLst>
              <a:gd name="textAreaLeft" fmla="*/ 0 w 2260800"/>
              <a:gd name="textAreaRight" fmla="*/ 2261520 w 2260800"/>
              <a:gd name="textAreaTop" fmla="*/ 0 h 6857280"/>
              <a:gd name="textAreaBottom" fmla="*/ 6858000 h 6857280"/>
            </a:gdLst>
            <a:ahLst/>
            <a:cxnLst/>
            <a:rect l="textAreaLeft" t="textAreaTop" r="textAreaRight" b="textAreaBottom"/>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Meiryo"/>
            </a:endParaRPr>
          </a:p>
        </p:txBody>
      </p:sp>
      <p:sp>
        <p:nvSpPr>
          <p:cNvPr id="5" name="PlaceHolder 1"/>
          <p:cNvSpPr>
            <a:spLocks noGrp="1"/>
          </p:cNvSpPr>
          <p:nvPr>
            <p:ph type="title"/>
          </p:nvPr>
        </p:nvSpPr>
        <p:spPr>
          <a:xfrm>
            <a:off x="6642000" y="1085400"/>
            <a:ext cx="4854600" cy="280908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6" name="PlaceHolder 2"/>
          <p:cNvSpPr>
            <a:spLocks noGrp="1"/>
          </p:cNvSpPr>
          <p:nvPr>
            <p:ph type="ftr" idx="1"/>
          </p:nvPr>
        </p:nvSpPr>
        <p:spPr>
          <a:xfrm>
            <a:off x="4654440" y="6170400"/>
            <a:ext cx="5587560" cy="456480"/>
          </a:xfrm>
          <a:prstGeom prst="rect">
            <a:avLst/>
          </a:prstGeom>
          <a:noFill/>
          <a:ln w="0">
            <a:noFill/>
          </a:ln>
        </p:spPr>
        <p:txBody>
          <a:bodyPr lIns="109800" tIns="109800" rIns="109800" bIns="91440" anchor="ctr">
            <a:noAutofit/>
          </a:bodyPr>
          <a:lstStyle>
            <a:lvl1pPr indent="0" algn="ctr" defTabSz="914400">
              <a:lnSpc>
                <a:spcPct val="100000"/>
              </a:lnSpc>
              <a:buNone/>
              <a:tabLst>
                <a:tab pos="0" algn="l"/>
              </a:tabLst>
              <a:defRPr lang="en-US" sz="1100" b="0" strike="noStrike" spc="145">
                <a:solidFill>
                  <a:schemeClr val="dk1">
                    <a:lumMod val="75000"/>
                    <a:lumOff val="25000"/>
                  </a:schemeClr>
                </a:solidFill>
                <a:latin typeface="Meiryo"/>
              </a:defRPr>
            </a:lvl1pPr>
          </a:lstStyle>
          <a:p>
            <a:pPr indent="0" algn="ctr" defTabSz="914400">
              <a:lnSpc>
                <a:spcPct val="100000"/>
              </a:lnSpc>
              <a:buNone/>
              <a:tabLst>
                <a:tab pos="0" algn="l"/>
              </a:tabLst>
            </a:pPr>
            <a:r>
              <a:rPr lang="en-US" sz="1100" b="0" strike="noStrike" spc="145">
                <a:solidFill>
                  <a:schemeClr val="dk1">
                    <a:lumMod val="75000"/>
                    <a:lumOff val="25000"/>
                  </a:schemeClr>
                </a:solidFill>
                <a:latin typeface="Meiryo"/>
              </a:rPr>
              <a:t> </a:t>
            </a:r>
            <a:endParaRPr lang="en-IN" sz="1100" b="0" strike="noStrike" spc="-1">
              <a:solidFill>
                <a:srgbClr val="000000"/>
              </a:solidFill>
              <a:latin typeface="Times New Roman"/>
            </a:endParaRPr>
          </a:p>
        </p:txBody>
      </p:sp>
      <p:sp>
        <p:nvSpPr>
          <p:cNvPr id="7" name="PlaceHolder 3"/>
          <p:cNvSpPr>
            <a:spLocks noGrp="1"/>
          </p:cNvSpPr>
          <p:nvPr>
            <p:ph type="sldNum" idx="2"/>
          </p:nvPr>
        </p:nvSpPr>
        <p:spPr>
          <a:xfrm>
            <a:off x="10515600" y="6170400"/>
            <a:ext cx="1198080" cy="456480"/>
          </a:xfrm>
          <a:prstGeom prst="rect">
            <a:avLst/>
          </a:prstGeom>
          <a:noFill/>
          <a:ln w="0">
            <a:noFill/>
          </a:ln>
        </p:spPr>
        <p:txBody>
          <a:bodyPr lIns="109800" tIns="109800" rIns="109800" bIns="91440" anchor="b">
            <a:noAutofit/>
          </a:bodyPr>
          <a:lstStyle>
            <a:lvl1pPr indent="0" algn="r" defTabSz="914400">
              <a:lnSpc>
                <a:spcPct val="100000"/>
              </a:lnSpc>
              <a:buNone/>
              <a:tabLst>
                <a:tab pos="0" algn="l"/>
              </a:tabLst>
              <a:defRPr lang="en-US" sz="1600" b="1" strike="noStrike" spc="-1">
                <a:solidFill>
                  <a:schemeClr val="dk1">
                    <a:lumMod val="75000"/>
                    <a:lumOff val="25000"/>
                  </a:schemeClr>
                </a:solidFill>
                <a:latin typeface="Meiryo"/>
              </a:defRPr>
            </a:lvl1pPr>
          </a:lstStyle>
          <a:p>
            <a:pPr indent="0" algn="r" defTabSz="914400">
              <a:lnSpc>
                <a:spcPct val="100000"/>
              </a:lnSpc>
              <a:buNone/>
              <a:tabLst>
                <a:tab pos="0" algn="l"/>
              </a:tabLst>
            </a:pPr>
            <a:fld id="{40924E2C-943D-4A70-ABA1-AC7EDB28F2F4}" type="slidenum">
              <a:rPr lang="en-US" sz="1600" b="1" strike="noStrike" spc="-1">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8" name="PlaceHolder 4"/>
          <p:cNvSpPr>
            <a:spLocks noGrp="1"/>
          </p:cNvSpPr>
          <p:nvPr>
            <p:ph type="dt" idx="3"/>
          </p:nvPr>
        </p:nvSpPr>
        <p:spPr>
          <a:xfrm>
            <a:off x="4654440" y="617400"/>
            <a:ext cx="7122960" cy="456480"/>
          </a:xfrm>
          <a:prstGeom prst="rect">
            <a:avLst/>
          </a:prstGeom>
          <a:noFill/>
          <a:ln w="0">
            <a:noFill/>
          </a:ln>
        </p:spPr>
        <p:txBody>
          <a:bodyPr lIns="109800" tIns="109800" rIns="109800" bIns="9144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 </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1" name="Straight Connector 8"/>
          <p:cNvCxnSpPr/>
          <p:nvPr/>
        </p:nvCxnSpPr>
        <p:spPr>
          <a:xfrm>
            <a:off x="1920240" y="2175840"/>
            <a:ext cx="8771040" cy="720"/>
          </a:xfrm>
          <a:prstGeom prst="straightConnector1">
            <a:avLst/>
          </a:prstGeom>
          <a:ln w="25400">
            <a:solidFill>
              <a:srgbClr val="808080"/>
            </a:solidFill>
            <a:round/>
          </a:ln>
        </p:spPr>
      </p:cxnSp>
      <p:sp>
        <p:nvSpPr>
          <p:cNvPr id="12" name="PlaceHolder 1"/>
          <p:cNvSpPr>
            <a:spLocks noGrp="1"/>
          </p:cNvSpPr>
          <p:nvPr>
            <p:ph type="ftr" idx="4"/>
          </p:nvPr>
        </p:nvSpPr>
        <p:spPr>
          <a:xfrm>
            <a:off x="1920240" y="6170400"/>
            <a:ext cx="5666760" cy="456480"/>
          </a:xfrm>
          <a:prstGeom prst="rect">
            <a:avLst/>
          </a:prstGeom>
          <a:noFill/>
          <a:ln w="0">
            <a:noFill/>
          </a:ln>
        </p:spPr>
        <p:txBody>
          <a:bodyPr lIns="109800" tIns="109800" rIns="109800" bIns="91440" anchor="ctr">
            <a:noAutofit/>
          </a:bodyPr>
          <a:lstStyle>
            <a:lvl1pPr indent="0" algn="ctr" defTabSz="914400">
              <a:lnSpc>
                <a:spcPct val="100000"/>
              </a:lnSpc>
              <a:buNone/>
              <a:tabLst>
                <a:tab pos="0" algn="l"/>
              </a:tabLst>
              <a:defRPr lang="en-US" sz="1100" b="0" strike="noStrike" spc="145">
                <a:solidFill>
                  <a:schemeClr val="dk1">
                    <a:lumMod val="75000"/>
                    <a:lumOff val="25000"/>
                  </a:schemeClr>
                </a:solidFill>
                <a:latin typeface="Meiryo"/>
              </a:defRPr>
            </a:lvl1pPr>
          </a:lstStyle>
          <a:p>
            <a:pPr indent="0" algn="ctr" defTabSz="914400">
              <a:lnSpc>
                <a:spcPct val="100000"/>
              </a:lnSpc>
              <a:buNone/>
              <a:tabLst>
                <a:tab pos="0" algn="l"/>
              </a:tabLst>
            </a:pPr>
            <a:r>
              <a:rPr lang="en-US" sz="1100" b="0" strike="noStrike" spc="145">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13" name="PlaceHolder 2"/>
          <p:cNvSpPr>
            <a:spLocks noGrp="1"/>
          </p:cNvSpPr>
          <p:nvPr>
            <p:ph type="sldNum" idx="5"/>
          </p:nvPr>
        </p:nvSpPr>
        <p:spPr>
          <a:xfrm>
            <a:off x="10853640" y="6170400"/>
            <a:ext cx="1188000" cy="456480"/>
          </a:xfrm>
          <a:prstGeom prst="rect">
            <a:avLst/>
          </a:prstGeom>
          <a:noFill/>
          <a:ln w="0">
            <a:noFill/>
          </a:ln>
        </p:spPr>
        <p:txBody>
          <a:bodyPr lIns="109800" tIns="109800" rIns="109800" bIns="91440" anchor="b">
            <a:noAutofit/>
          </a:bodyPr>
          <a:lstStyle>
            <a:lvl1pPr indent="0" algn="r" defTabSz="914400">
              <a:lnSpc>
                <a:spcPct val="100000"/>
              </a:lnSpc>
              <a:buNone/>
              <a:tabLst>
                <a:tab pos="0" algn="l"/>
              </a:tabLst>
              <a:defRPr lang="en-US" sz="1600" b="1" strike="noStrike" spc="-1">
                <a:solidFill>
                  <a:schemeClr val="dk1">
                    <a:lumMod val="75000"/>
                    <a:lumOff val="25000"/>
                  </a:schemeClr>
                </a:solidFill>
                <a:latin typeface="Meiryo"/>
              </a:defRPr>
            </a:lvl1pPr>
          </a:lstStyle>
          <a:p>
            <a:pPr indent="0" algn="r" defTabSz="914400">
              <a:lnSpc>
                <a:spcPct val="100000"/>
              </a:lnSpc>
              <a:buNone/>
              <a:tabLst>
                <a:tab pos="0" algn="l"/>
              </a:tabLst>
            </a:pPr>
            <a:fld id="{7D0DCA30-19F0-453C-8F6D-2F601835487D}" type="slidenum">
              <a:rPr lang="en-US" sz="1600" b="1" strike="noStrike" spc="-1">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14" name="PlaceHolder 3"/>
          <p:cNvSpPr>
            <a:spLocks noGrp="1"/>
          </p:cNvSpPr>
          <p:nvPr>
            <p:ph type="dt" idx="6"/>
          </p:nvPr>
        </p:nvSpPr>
        <p:spPr>
          <a:xfrm>
            <a:off x="7850880" y="6170400"/>
            <a:ext cx="2839320" cy="456480"/>
          </a:xfrm>
          <a:prstGeom prst="rect">
            <a:avLst/>
          </a:prstGeom>
          <a:noFill/>
          <a:ln w="0">
            <a:noFill/>
          </a:ln>
        </p:spPr>
        <p:txBody>
          <a:bodyPr lIns="109800" tIns="109800" rIns="109800" bIns="9144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5" name="Straight Connector 8"/>
          <p:cNvCxnSpPr/>
          <p:nvPr/>
        </p:nvCxnSpPr>
        <p:spPr>
          <a:xfrm>
            <a:off x="1920240" y="2175840"/>
            <a:ext cx="8771040" cy="720"/>
          </a:xfrm>
          <a:prstGeom prst="straightConnector1">
            <a:avLst/>
          </a:prstGeom>
          <a:ln w="25400">
            <a:solidFill>
              <a:srgbClr val="808080"/>
            </a:solidFill>
            <a:round/>
          </a:ln>
        </p:spPr>
      </p:cxnSp>
      <p:cxnSp>
        <p:nvCxnSpPr>
          <p:cNvPr id="16" name="Straight Connector 6"/>
          <p:cNvCxnSpPr/>
          <p:nvPr/>
        </p:nvCxnSpPr>
        <p:spPr>
          <a:xfrm>
            <a:off x="9111240" y="571320"/>
            <a:ext cx="720" cy="5276160"/>
          </a:xfrm>
          <a:prstGeom prst="straightConnector1">
            <a:avLst/>
          </a:prstGeom>
          <a:ln w="38100">
            <a:solidFill>
              <a:srgbClr val="595959"/>
            </a:solidFill>
            <a:round/>
          </a:ln>
        </p:spPr>
      </p:cxnSp>
      <p:sp>
        <p:nvSpPr>
          <p:cNvPr id="17" name="PlaceHolder 1"/>
          <p:cNvSpPr>
            <a:spLocks noGrp="1"/>
          </p:cNvSpPr>
          <p:nvPr>
            <p:ph type="ftr" idx="7"/>
          </p:nvPr>
        </p:nvSpPr>
        <p:spPr>
          <a:xfrm>
            <a:off x="2933640" y="6296760"/>
            <a:ext cx="5958720" cy="364320"/>
          </a:xfrm>
          <a:prstGeom prst="rect">
            <a:avLst/>
          </a:prstGeom>
          <a:noFill/>
          <a:ln w="0">
            <a:noFill/>
          </a:ln>
        </p:spPr>
        <p:txBody>
          <a:bodyPr lIns="109800" tIns="109800" rIns="109800" bIns="91440" anchor="ctr">
            <a:noAutofit/>
          </a:bodyPr>
          <a:lstStyle>
            <a:lvl1pPr indent="0" algn="ctr" defTabSz="914400">
              <a:lnSpc>
                <a:spcPct val="100000"/>
              </a:lnSpc>
              <a:buNone/>
              <a:tabLst>
                <a:tab pos="0" algn="l"/>
              </a:tabLst>
              <a:defRPr lang="en-US" sz="1100" b="0" strike="noStrike" spc="145">
                <a:solidFill>
                  <a:schemeClr val="dk1">
                    <a:lumMod val="75000"/>
                    <a:lumOff val="25000"/>
                  </a:schemeClr>
                </a:solidFill>
                <a:latin typeface="Meiryo"/>
              </a:defRPr>
            </a:lvl1pPr>
          </a:lstStyle>
          <a:p>
            <a:pPr indent="0" algn="ctr" defTabSz="914400">
              <a:lnSpc>
                <a:spcPct val="100000"/>
              </a:lnSpc>
              <a:buNone/>
              <a:tabLst>
                <a:tab pos="0" algn="l"/>
              </a:tabLst>
            </a:pPr>
            <a:r>
              <a:rPr lang="en-US" sz="1100" b="0" strike="noStrike" spc="145">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18" name="PlaceHolder 2"/>
          <p:cNvSpPr>
            <a:spLocks noGrp="1"/>
          </p:cNvSpPr>
          <p:nvPr>
            <p:ph type="sldNum" idx="8"/>
          </p:nvPr>
        </p:nvSpPr>
        <p:spPr>
          <a:xfrm rot="5400000">
            <a:off x="8735040" y="2853000"/>
            <a:ext cx="5382720" cy="603720"/>
          </a:xfrm>
          <a:prstGeom prst="rect">
            <a:avLst/>
          </a:prstGeom>
          <a:noFill/>
          <a:ln w="0">
            <a:noFill/>
          </a:ln>
        </p:spPr>
        <p:txBody>
          <a:bodyPr lIns="109800" tIns="109800" rIns="109800" bIns="91440" anchor="b">
            <a:noAutofit/>
          </a:bodyPr>
          <a:lstStyle>
            <a:lvl1pPr indent="0" defTabSz="914400">
              <a:lnSpc>
                <a:spcPct val="100000"/>
              </a:lnSpc>
              <a:buNone/>
              <a:tabLst>
                <a:tab pos="0" algn="l"/>
              </a:tabLst>
              <a:defRPr lang="en-US" sz="1600" b="1" strike="noStrike" spc="-1">
                <a:solidFill>
                  <a:schemeClr val="dk1">
                    <a:lumMod val="75000"/>
                    <a:lumOff val="25000"/>
                  </a:schemeClr>
                </a:solidFill>
                <a:latin typeface="Meiryo"/>
              </a:defRPr>
            </a:lvl1pPr>
          </a:lstStyle>
          <a:p>
            <a:pPr indent="0" defTabSz="914400">
              <a:lnSpc>
                <a:spcPct val="100000"/>
              </a:lnSpc>
              <a:buNone/>
              <a:tabLst>
                <a:tab pos="0" algn="l"/>
              </a:tabLst>
            </a:pPr>
            <a:fld id="{B850330E-2743-4290-B572-65F70B7739D9}" type="slidenum">
              <a:rPr lang="en-US" sz="1600" b="1" strike="noStrike" spc="-1">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19" name="PlaceHolder 3"/>
          <p:cNvSpPr>
            <a:spLocks noGrp="1"/>
          </p:cNvSpPr>
          <p:nvPr>
            <p:ph type="dt" idx="9"/>
          </p:nvPr>
        </p:nvSpPr>
        <p:spPr>
          <a:xfrm>
            <a:off x="9277920" y="6296760"/>
            <a:ext cx="2505240" cy="364320"/>
          </a:xfrm>
          <a:prstGeom prst="rect">
            <a:avLst/>
          </a:prstGeom>
          <a:noFill/>
          <a:ln w="0">
            <a:noFill/>
          </a:ln>
        </p:spPr>
        <p:txBody>
          <a:bodyPr lIns="109800" tIns="109800" rIns="109800" bIns="9144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38" name="Straight Connector 8"/>
          <p:cNvCxnSpPr/>
          <p:nvPr/>
        </p:nvCxnSpPr>
        <p:spPr>
          <a:xfrm>
            <a:off x="1920240" y="2175840"/>
            <a:ext cx="8771040" cy="720"/>
          </a:xfrm>
          <a:prstGeom prst="straightConnector1">
            <a:avLst/>
          </a:prstGeom>
          <a:ln w="25400">
            <a:solidFill>
              <a:srgbClr val="808080"/>
            </a:solidFill>
            <a:round/>
          </a:ln>
        </p:spPr>
      </p:cxnSp>
      <p:sp>
        <p:nvSpPr>
          <p:cNvPr id="39" name="Freeform: Shape 15">
            <a:extLst>
              <a:ext uri="{C183D7F6-B498-43B3-948B-1728B52AA6E4}">
                <adec:decorative xmlns:adec="http://schemas.microsoft.com/office/drawing/2017/decorative" val="1"/>
              </a:ext>
            </a:extLst>
          </p:cNvPr>
          <p:cNvSpPr/>
          <p:nvPr/>
        </p:nvSpPr>
        <p:spPr>
          <a:xfrm rot="7684800">
            <a:off x="10477800" y="-111600"/>
            <a:ext cx="888120" cy="844920"/>
          </a:xfrm>
          <a:custGeom>
            <a:avLst/>
            <a:gdLst>
              <a:gd name="textAreaLeft" fmla="*/ 0 w 888120"/>
              <a:gd name="textAreaRight" fmla="*/ 888840 w 888120"/>
              <a:gd name="textAreaTop" fmla="*/ 0 h 844920"/>
              <a:gd name="textAreaBottom" fmla="*/ 845640 h 844920"/>
            </a:gdLst>
            <a:ahLst/>
            <a:cxnLst/>
            <a:rect l="textAreaLeft" t="textAreaTop" r="textAreaRight" b="textAreaBottom"/>
            <a:pathLst>
              <a:path w="2791301" h="2663436">
                <a:moveTo>
                  <a:pt x="1393873" y="4"/>
                </a:moveTo>
                <a:cubicBezTo>
                  <a:pt x="1443777" y="115"/>
                  <a:pt x="1494056" y="2621"/>
                  <a:pt x="1544624" y="7531"/>
                </a:cubicBezTo>
                <a:cubicBezTo>
                  <a:pt x="1743470" y="26804"/>
                  <a:pt x="1940404" y="84446"/>
                  <a:pt x="2114171" y="174340"/>
                </a:cubicBezTo>
                <a:cubicBezTo>
                  <a:pt x="2292730" y="266553"/>
                  <a:pt x="2442405" y="388281"/>
                  <a:pt x="2558937" y="535959"/>
                </a:cubicBezTo>
                <a:cubicBezTo>
                  <a:pt x="2668833" y="675228"/>
                  <a:pt x="2740611" y="829411"/>
                  <a:pt x="2772402" y="994216"/>
                </a:cubicBezTo>
                <a:cubicBezTo>
                  <a:pt x="2802153" y="1148707"/>
                  <a:pt x="2796751" y="1312318"/>
                  <a:pt x="2756393" y="1480474"/>
                </a:cubicBezTo>
                <a:cubicBezTo>
                  <a:pt x="2694473" y="1738280"/>
                  <a:pt x="2551441" y="1999502"/>
                  <a:pt x="2344917" y="2236976"/>
                </a:cubicBezTo>
                <a:cubicBezTo>
                  <a:pt x="2276075" y="2316133"/>
                  <a:pt x="2200179" y="2392652"/>
                  <a:pt x="2117882" y="2465527"/>
                </a:cubicBezTo>
                <a:cubicBezTo>
                  <a:pt x="1986543" y="2581826"/>
                  <a:pt x="1854341" y="2641210"/>
                  <a:pt x="1689239" y="2658152"/>
                </a:cubicBezTo>
                <a:cubicBezTo>
                  <a:pt x="1516539" y="2675876"/>
                  <a:pt x="1320951" y="2645919"/>
                  <a:pt x="1113871" y="2614170"/>
                </a:cubicBezTo>
                <a:cubicBezTo>
                  <a:pt x="1075689" y="2608293"/>
                  <a:pt x="1036200" y="2602259"/>
                  <a:pt x="996462" y="2596447"/>
                </a:cubicBezTo>
                <a:cubicBezTo>
                  <a:pt x="640795" y="2544391"/>
                  <a:pt x="394957" y="2494225"/>
                  <a:pt x="225377" y="2279322"/>
                </a:cubicBezTo>
                <a:cubicBezTo>
                  <a:pt x="-33010" y="1951877"/>
                  <a:pt x="-66965" y="1588003"/>
                  <a:pt x="111893" y="1062629"/>
                </a:cubicBezTo>
                <a:cubicBezTo>
                  <a:pt x="135308" y="993869"/>
                  <a:pt x="155086" y="929410"/>
                  <a:pt x="174186" y="867095"/>
                </a:cubicBezTo>
                <a:cubicBezTo>
                  <a:pt x="253418" y="608767"/>
                  <a:pt x="298077" y="478805"/>
                  <a:pt x="446468" y="347405"/>
                </a:cubicBezTo>
                <a:cubicBezTo>
                  <a:pt x="593811" y="216935"/>
                  <a:pt x="765687" y="121414"/>
                  <a:pt x="957265" y="63425"/>
                </a:cubicBezTo>
                <a:cubicBezTo>
                  <a:pt x="1097834" y="20894"/>
                  <a:pt x="1244162" y="-329"/>
                  <a:pt x="1393873" y="4"/>
                </a:cubicBezTo>
                <a:close/>
              </a:path>
            </a:pathLst>
          </a:custGeom>
          <a:noFill/>
          <a:ln w="19050">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40" name="Freeform: Shape 16">
            <a:extLst>
              <a:ext uri="{C183D7F6-B498-43B3-948B-1728B52AA6E4}">
                <adec:decorative xmlns:adec="http://schemas.microsoft.com/office/drawing/2017/decorative" val="1"/>
              </a:ext>
            </a:extLst>
          </p:cNvPr>
          <p:cNvSpPr/>
          <p:nvPr/>
        </p:nvSpPr>
        <p:spPr>
          <a:xfrm rot="7684800">
            <a:off x="10443960" y="-145800"/>
            <a:ext cx="955440" cy="912600"/>
          </a:xfrm>
          <a:custGeom>
            <a:avLst/>
            <a:gdLst>
              <a:gd name="textAreaLeft" fmla="*/ 0 w 955440"/>
              <a:gd name="textAreaRight" fmla="*/ 956160 w 955440"/>
              <a:gd name="textAreaTop" fmla="*/ 0 h 912600"/>
              <a:gd name="textAreaBottom" fmla="*/ 913320 h 912600"/>
            </a:gdLst>
            <a:ahLst/>
            <a:cxnLst/>
            <a:rect l="textAreaLeft" t="textAreaTop" r="textAreaRight" b="textAreaBottom"/>
            <a:pathLst>
              <a:path w="3040473" h="2903550">
                <a:moveTo>
                  <a:pt x="1525339" y="5"/>
                </a:moveTo>
                <a:cubicBezTo>
                  <a:pt x="1579656" y="-122"/>
                  <a:pt x="1634371" y="2362"/>
                  <a:pt x="1689388" y="7465"/>
                </a:cubicBezTo>
                <a:cubicBezTo>
                  <a:pt x="1905729" y="27497"/>
                  <a:pt x="2119799" y="89379"/>
                  <a:pt x="2308491" y="186546"/>
                </a:cubicBezTo>
                <a:cubicBezTo>
                  <a:pt x="2502388" y="286218"/>
                  <a:pt x="2664701" y="418219"/>
                  <a:pt x="2790810" y="578683"/>
                </a:cubicBezTo>
                <a:cubicBezTo>
                  <a:pt x="2909737" y="730010"/>
                  <a:pt x="2987100" y="897790"/>
                  <a:pt x="3020886" y="1077350"/>
                </a:cubicBezTo>
                <a:cubicBezTo>
                  <a:pt x="3052503" y="1245674"/>
                  <a:pt x="3045812" y="1424117"/>
                  <a:pt x="3001050" y="1607690"/>
                </a:cubicBezTo>
                <a:cubicBezTo>
                  <a:pt x="2932375" y="1889131"/>
                  <a:pt x="2775394" y="2174701"/>
                  <a:pt x="2549423" y="2434689"/>
                </a:cubicBezTo>
                <a:cubicBezTo>
                  <a:pt x="2474098" y="2521351"/>
                  <a:pt x="2391109" y="2605170"/>
                  <a:pt x="2301170" y="2685047"/>
                </a:cubicBezTo>
                <a:cubicBezTo>
                  <a:pt x="2157636" y="2812522"/>
                  <a:pt x="2013445" y="2877936"/>
                  <a:pt x="1833654" y="2897229"/>
                </a:cubicBezTo>
                <a:cubicBezTo>
                  <a:pt x="1645588" y="2917413"/>
                  <a:pt x="1432846" y="2885715"/>
                  <a:pt x="1207605" y="2852120"/>
                </a:cubicBezTo>
                <a:cubicBezTo>
                  <a:pt x="1166075" y="2845900"/>
                  <a:pt x="1123122" y="2839517"/>
                  <a:pt x="1079897" y="2833375"/>
                </a:cubicBezTo>
                <a:cubicBezTo>
                  <a:pt x="693025" y="2778372"/>
                  <a:pt x="425689" y="2724885"/>
                  <a:pt x="242172" y="2491376"/>
                </a:cubicBezTo>
                <a:cubicBezTo>
                  <a:pt x="-37449" y="2135581"/>
                  <a:pt x="-72603" y="1738947"/>
                  <a:pt x="124682" y="1165145"/>
                </a:cubicBezTo>
                <a:cubicBezTo>
                  <a:pt x="150509" y="1090046"/>
                  <a:pt x="172357" y="1019656"/>
                  <a:pt x="193455" y="951608"/>
                </a:cubicBezTo>
                <a:cubicBezTo>
                  <a:pt x="280976" y="669511"/>
                  <a:pt x="330232" y="527567"/>
                  <a:pt x="492401" y="383541"/>
                </a:cubicBezTo>
                <a:cubicBezTo>
                  <a:pt x="653425" y="240534"/>
                  <a:pt x="840979" y="135517"/>
                  <a:pt x="1049792" y="71329"/>
                </a:cubicBezTo>
                <a:cubicBezTo>
                  <a:pt x="1203007" y="24254"/>
                  <a:pt x="1362385" y="385"/>
                  <a:pt x="1525339" y="5"/>
                </a:cubicBezTo>
                <a:close/>
              </a:path>
            </a:pathLst>
          </a:custGeom>
          <a:no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41" name="Freeform: Shape 20">
            <a:extLst>
              <a:ext uri="{C183D7F6-B498-43B3-948B-1728B52AA6E4}">
                <adec:decorative xmlns:adec="http://schemas.microsoft.com/office/drawing/2017/decorative" val="1"/>
              </a:ext>
            </a:extLst>
          </p:cNvPr>
          <p:cNvSpPr/>
          <p:nvPr/>
        </p:nvSpPr>
        <p:spPr>
          <a:xfrm rot="7684800">
            <a:off x="10517040" y="-66240"/>
            <a:ext cx="810360" cy="754560"/>
          </a:xfrm>
          <a:custGeom>
            <a:avLst/>
            <a:gdLst>
              <a:gd name="textAreaLeft" fmla="*/ 0 w 810360"/>
              <a:gd name="textAreaRight" fmla="*/ 811080 w 810360"/>
              <a:gd name="textAreaTop" fmla="*/ 0 h 754560"/>
              <a:gd name="textAreaBottom" fmla="*/ 755280 h 754560"/>
            </a:gdLst>
            <a:ahLst/>
            <a:cxnLst/>
            <a:rect l="textAreaLeft" t="textAreaTop" r="textAreaRight" b="textAreaBottom"/>
            <a:pathLst>
              <a:path w="2536609" h="2390777">
                <a:moveTo>
                  <a:pt x="1283956" y="129"/>
                </a:moveTo>
                <a:cubicBezTo>
                  <a:pt x="1329204" y="-477"/>
                  <a:pt x="1374764" y="1064"/>
                  <a:pt x="1420555" y="4761"/>
                </a:cubicBezTo>
                <a:cubicBezTo>
                  <a:pt x="1600623" y="19268"/>
                  <a:pt x="1778488" y="68277"/>
                  <a:pt x="1934956" y="146592"/>
                </a:cubicBezTo>
                <a:cubicBezTo>
                  <a:pt x="2095741" y="226922"/>
                  <a:pt x="2229975" y="334182"/>
                  <a:pt x="2333843" y="465224"/>
                </a:cubicBezTo>
                <a:cubicBezTo>
                  <a:pt x="2431797" y="588805"/>
                  <a:pt x="2495004" y="726327"/>
                  <a:pt x="2521826" y="873957"/>
                </a:cubicBezTo>
                <a:cubicBezTo>
                  <a:pt x="2546923" y="1012347"/>
                  <a:pt x="2540034" y="1159432"/>
                  <a:pt x="2501395" y="1311092"/>
                </a:cubicBezTo>
                <a:cubicBezTo>
                  <a:pt x="2451995" y="1504854"/>
                  <a:pt x="2351490" y="1701546"/>
                  <a:pt x="2209320" y="1886897"/>
                </a:cubicBezTo>
                <a:cubicBezTo>
                  <a:pt x="2124017" y="1998106"/>
                  <a:pt x="2023715" y="2105235"/>
                  <a:pt x="1910451" y="2205196"/>
                </a:cubicBezTo>
                <a:cubicBezTo>
                  <a:pt x="1789948" y="2311549"/>
                  <a:pt x="1669352" y="2366775"/>
                  <a:pt x="1519442" y="2384330"/>
                </a:cubicBezTo>
                <a:cubicBezTo>
                  <a:pt x="1362632" y="2402698"/>
                  <a:pt x="1185651" y="2378545"/>
                  <a:pt x="998270" y="2352944"/>
                </a:cubicBezTo>
                <a:cubicBezTo>
                  <a:pt x="963720" y="2348202"/>
                  <a:pt x="927987" y="2343340"/>
                  <a:pt x="892026" y="2338680"/>
                </a:cubicBezTo>
                <a:cubicBezTo>
                  <a:pt x="570163" y="2296934"/>
                  <a:pt x="347863" y="2255334"/>
                  <a:pt x="196712" y="2064638"/>
                </a:cubicBezTo>
                <a:cubicBezTo>
                  <a:pt x="-33594" y="1774076"/>
                  <a:pt x="-59958" y="1447611"/>
                  <a:pt x="108612" y="973028"/>
                </a:cubicBezTo>
                <a:cubicBezTo>
                  <a:pt x="130679" y="910916"/>
                  <a:pt x="149396" y="852719"/>
                  <a:pt x="167473" y="796459"/>
                </a:cubicBezTo>
                <a:cubicBezTo>
                  <a:pt x="242457" y="563228"/>
                  <a:pt x="284533" y="445824"/>
                  <a:pt x="420683" y="325664"/>
                </a:cubicBezTo>
                <a:cubicBezTo>
                  <a:pt x="555871" y="206352"/>
                  <a:pt x="712879" y="118097"/>
                  <a:pt x="887296" y="63284"/>
                </a:cubicBezTo>
                <a:cubicBezTo>
                  <a:pt x="1015273" y="23084"/>
                  <a:pt x="1148212" y="1947"/>
                  <a:pt x="1283956" y="129"/>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42" name="Freeform: Shape 21">
            <a:extLst>
              <a:ext uri="{C183D7F6-B498-43B3-948B-1728B52AA6E4}">
                <adec:decorative xmlns:adec="http://schemas.microsoft.com/office/drawing/2017/decorative" val="1"/>
              </a:ext>
            </a:extLst>
          </p:cNvPr>
          <p:cNvSpPr/>
          <p:nvPr/>
        </p:nvSpPr>
        <p:spPr>
          <a:xfrm rot="7684800">
            <a:off x="10570680" y="-29160"/>
            <a:ext cx="702000" cy="680040"/>
          </a:xfrm>
          <a:custGeom>
            <a:avLst/>
            <a:gdLst>
              <a:gd name="textAreaLeft" fmla="*/ 0 w 702000"/>
              <a:gd name="textAreaRight" fmla="*/ 702720 w 702000"/>
              <a:gd name="textAreaTop" fmla="*/ 0 h 680040"/>
              <a:gd name="textAreaBottom" fmla="*/ 680760 h 680040"/>
            </a:gdLst>
            <a:ahLst/>
            <a:cxnLst/>
            <a:rect l="textAreaLeft" t="textAreaTop" r="textAreaRight" b="textAreaBottom"/>
            <a:pathLst>
              <a:path w="2233692" h="2164296">
                <a:moveTo>
                  <a:pt x="1130629" y="117"/>
                </a:moveTo>
                <a:cubicBezTo>
                  <a:pt x="1170474" y="-432"/>
                  <a:pt x="1210592" y="963"/>
                  <a:pt x="1250917" y="4310"/>
                </a:cubicBezTo>
                <a:cubicBezTo>
                  <a:pt x="1409478" y="17443"/>
                  <a:pt x="1566106" y="61809"/>
                  <a:pt x="1703887" y="132705"/>
                </a:cubicBezTo>
                <a:cubicBezTo>
                  <a:pt x="1774679" y="169066"/>
                  <a:pt x="1839627" y="211520"/>
                  <a:pt x="1898308" y="259714"/>
                </a:cubicBezTo>
                <a:cubicBezTo>
                  <a:pt x="1956991" y="307906"/>
                  <a:pt x="2009409" y="361840"/>
                  <a:pt x="2055139" y="421154"/>
                </a:cubicBezTo>
                <a:cubicBezTo>
                  <a:pt x="2141397" y="533028"/>
                  <a:pt x="2197055" y="657522"/>
                  <a:pt x="2220675" y="791167"/>
                </a:cubicBezTo>
                <a:cubicBezTo>
                  <a:pt x="2242774" y="916448"/>
                  <a:pt x="2236710" y="1049596"/>
                  <a:pt x="2202684" y="1186890"/>
                </a:cubicBezTo>
                <a:cubicBezTo>
                  <a:pt x="2150482" y="1397381"/>
                  <a:pt x="2033479" y="1611687"/>
                  <a:pt x="1866035" y="1807489"/>
                </a:cubicBezTo>
                <a:cubicBezTo>
                  <a:pt x="1810219" y="1872757"/>
                  <a:pt x="1748801" y="1935968"/>
                  <a:pt x="1682309" y="1996296"/>
                </a:cubicBezTo>
                <a:cubicBezTo>
                  <a:pt x="1576194" y="2092574"/>
                  <a:pt x="1470001" y="2142568"/>
                  <a:pt x="1337994" y="2158461"/>
                </a:cubicBezTo>
                <a:cubicBezTo>
                  <a:pt x="1199910" y="2175087"/>
                  <a:pt x="1044062" y="2153223"/>
                  <a:pt x="879058" y="2130049"/>
                </a:cubicBezTo>
                <a:cubicBezTo>
                  <a:pt x="848634" y="2125754"/>
                  <a:pt x="817168" y="2121353"/>
                  <a:pt x="785502" y="2117135"/>
                </a:cubicBezTo>
                <a:cubicBezTo>
                  <a:pt x="502076" y="2079344"/>
                  <a:pt x="306322" y="2041683"/>
                  <a:pt x="173222" y="1869052"/>
                </a:cubicBezTo>
                <a:cubicBezTo>
                  <a:pt x="-29583" y="1606017"/>
                  <a:pt x="-52797" y="1310477"/>
                  <a:pt x="95641" y="880852"/>
                </a:cubicBezTo>
                <a:cubicBezTo>
                  <a:pt x="115073" y="824625"/>
                  <a:pt x="131555" y="771941"/>
                  <a:pt x="147474" y="721011"/>
                </a:cubicBezTo>
                <a:cubicBezTo>
                  <a:pt x="213503" y="509874"/>
                  <a:pt x="250554" y="403591"/>
                  <a:pt x="370446" y="294813"/>
                </a:cubicBezTo>
                <a:cubicBezTo>
                  <a:pt x="489490" y="186804"/>
                  <a:pt x="627749" y="106909"/>
                  <a:pt x="781337" y="57290"/>
                </a:cubicBezTo>
                <a:cubicBezTo>
                  <a:pt x="894032" y="20897"/>
                  <a:pt x="1011095" y="1762"/>
                  <a:pt x="1130629" y="117"/>
                </a:cubicBezTo>
                <a:close/>
              </a:path>
            </a:pathLst>
          </a:custGeom>
          <a:blipFill rotWithShape="0">
            <a:blip r:embed="rId3"/>
            <a:srcRect/>
            <a:stretch/>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Meiryo"/>
            </a:endParaRPr>
          </a:p>
        </p:txBody>
      </p:sp>
      <p:sp>
        <p:nvSpPr>
          <p:cNvPr id="43" name="Freeform: Shape 22">
            <a:extLst>
              <a:ext uri="{C183D7F6-B498-43B3-948B-1728B52AA6E4}">
                <adec:decorative xmlns:adec="http://schemas.microsoft.com/office/drawing/2017/decorative" val="1"/>
              </a:ext>
            </a:extLst>
          </p:cNvPr>
          <p:cNvSpPr/>
          <p:nvPr/>
        </p:nvSpPr>
        <p:spPr>
          <a:xfrm rot="1841400">
            <a:off x="11354400" y="430560"/>
            <a:ext cx="1212120" cy="1153440"/>
          </a:xfrm>
          <a:custGeom>
            <a:avLst/>
            <a:gdLst>
              <a:gd name="textAreaLeft" fmla="*/ 0 w 1212120"/>
              <a:gd name="textAreaRight" fmla="*/ 1212840 w 1212120"/>
              <a:gd name="textAreaTop" fmla="*/ 0 h 1153440"/>
              <a:gd name="textAreaBottom" fmla="*/ 1154160 h 1153440"/>
            </a:gdLst>
            <a:ahLst/>
            <a:cxnLst/>
            <a:rect l="textAreaLeft" t="textAreaTop" r="textAreaRight" b="textAreaBottom"/>
            <a:pathLst>
              <a:path w="2791301" h="2663436">
                <a:moveTo>
                  <a:pt x="1393873" y="4"/>
                </a:moveTo>
                <a:cubicBezTo>
                  <a:pt x="1443777" y="115"/>
                  <a:pt x="1494056" y="2621"/>
                  <a:pt x="1544624" y="7531"/>
                </a:cubicBezTo>
                <a:cubicBezTo>
                  <a:pt x="1743470" y="26804"/>
                  <a:pt x="1940404" y="84446"/>
                  <a:pt x="2114171" y="174340"/>
                </a:cubicBezTo>
                <a:cubicBezTo>
                  <a:pt x="2292730" y="266553"/>
                  <a:pt x="2442405" y="388281"/>
                  <a:pt x="2558937" y="535959"/>
                </a:cubicBezTo>
                <a:cubicBezTo>
                  <a:pt x="2668833" y="675228"/>
                  <a:pt x="2740611" y="829411"/>
                  <a:pt x="2772402" y="994216"/>
                </a:cubicBezTo>
                <a:cubicBezTo>
                  <a:pt x="2802153" y="1148707"/>
                  <a:pt x="2796751" y="1312318"/>
                  <a:pt x="2756393" y="1480474"/>
                </a:cubicBezTo>
                <a:cubicBezTo>
                  <a:pt x="2694473" y="1738280"/>
                  <a:pt x="2551441" y="1999502"/>
                  <a:pt x="2344917" y="2236976"/>
                </a:cubicBezTo>
                <a:cubicBezTo>
                  <a:pt x="2276075" y="2316133"/>
                  <a:pt x="2200179" y="2392652"/>
                  <a:pt x="2117882" y="2465527"/>
                </a:cubicBezTo>
                <a:cubicBezTo>
                  <a:pt x="1986543" y="2581826"/>
                  <a:pt x="1854341" y="2641210"/>
                  <a:pt x="1689239" y="2658152"/>
                </a:cubicBezTo>
                <a:cubicBezTo>
                  <a:pt x="1516539" y="2675876"/>
                  <a:pt x="1320951" y="2645919"/>
                  <a:pt x="1113871" y="2614170"/>
                </a:cubicBezTo>
                <a:cubicBezTo>
                  <a:pt x="1075689" y="2608293"/>
                  <a:pt x="1036200" y="2602259"/>
                  <a:pt x="996462" y="2596447"/>
                </a:cubicBezTo>
                <a:cubicBezTo>
                  <a:pt x="640795" y="2544391"/>
                  <a:pt x="394957" y="2494225"/>
                  <a:pt x="225377" y="2279322"/>
                </a:cubicBezTo>
                <a:cubicBezTo>
                  <a:pt x="-33010" y="1951877"/>
                  <a:pt x="-66965" y="1588003"/>
                  <a:pt x="111893" y="1062629"/>
                </a:cubicBezTo>
                <a:cubicBezTo>
                  <a:pt x="135308" y="993869"/>
                  <a:pt x="155086" y="929410"/>
                  <a:pt x="174186" y="867095"/>
                </a:cubicBezTo>
                <a:cubicBezTo>
                  <a:pt x="253418" y="608767"/>
                  <a:pt x="298077" y="478805"/>
                  <a:pt x="446468" y="347405"/>
                </a:cubicBezTo>
                <a:cubicBezTo>
                  <a:pt x="593811" y="216935"/>
                  <a:pt x="765687" y="121414"/>
                  <a:pt x="957265" y="63425"/>
                </a:cubicBezTo>
                <a:cubicBezTo>
                  <a:pt x="1097834" y="20894"/>
                  <a:pt x="1244162" y="-329"/>
                  <a:pt x="1393873" y="4"/>
                </a:cubicBezTo>
                <a:close/>
              </a:path>
            </a:pathLst>
          </a:custGeom>
          <a:noFill/>
          <a:ln w="19050">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44" name="Freeform: Shape 23">
            <a:extLst>
              <a:ext uri="{C183D7F6-B498-43B3-948B-1728B52AA6E4}">
                <adec:decorative xmlns:adec="http://schemas.microsoft.com/office/drawing/2017/decorative" val="1"/>
              </a:ext>
            </a:extLst>
          </p:cNvPr>
          <p:cNvSpPr/>
          <p:nvPr/>
        </p:nvSpPr>
        <p:spPr>
          <a:xfrm rot="1841400">
            <a:off x="11307960" y="384120"/>
            <a:ext cx="1304640" cy="1245600"/>
          </a:xfrm>
          <a:custGeom>
            <a:avLst/>
            <a:gdLst>
              <a:gd name="textAreaLeft" fmla="*/ 0 w 1304640"/>
              <a:gd name="textAreaRight" fmla="*/ 1305360 w 1304640"/>
              <a:gd name="textAreaTop" fmla="*/ 0 h 1245600"/>
              <a:gd name="textAreaBottom" fmla="*/ 1246320 h 1245600"/>
            </a:gdLst>
            <a:ahLst/>
            <a:cxnLst/>
            <a:rect l="textAreaLeft" t="textAreaTop" r="textAreaRight" b="textAreaBottom"/>
            <a:pathLst>
              <a:path w="3040473" h="2903550">
                <a:moveTo>
                  <a:pt x="1525339" y="5"/>
                </a:moveTo>
                <a:cubicBezTo>
                  <a:pt x="1579656" y="-122"/>
                  <a:pt x="1634371" y="2362"/>
                  <a:pt x="1689388" y="7465"/>
                </a:cubicBezTo>
                <a:cubicBezTo>
                  <a:pt x="1905729" y="27497"/>
                  <a:pt x="2119799" y="89379"/>
                  <a:pt x="2308491" y="186546"/>
                </a:cubicBezTo>
                <a:cubicBezTo>
                  <a:pt x="2502388" y="286218"/>
                  <a:pt x="2664701" y="418219"/>
                  <a:pt x="2790810" y="578683"/>
                </a:cubicBezTo>
                <a:cubicBezTo>
                  <a:pt x="2909737" y="730010"/>
                  <a:pt x="2987100" y="897790"/>
                  <a:pt x="3020886" y="1077350"/>
                </a:cubicBezTo>
                <a:cubicBezTo>
                  <a:pt x="3052503" y="1245674"/>
                  <a:pt x="3045812" y="1424117"/>
                  <a:pt x="3001050" y="1607690"/>
                </a:cubicBezTo>
                <a:cubicBezTo>
                  <a:pt x="2932375" y="1889131"/>
                  <a:pt x="2775394" y="2174701"/>
                  <a:pt x="2549423" y="2434689"/>
                </a:cubicBezTo>
                <a:cubicBezTo>
                  <a:pt x="2474098" y="2521351"/>
                  <a:pt x="2391109" y="2605170"/>
                  <a:pt x="2301170" y="2685047"/>
                </a:cubicBezTo>
                <a:cubicBezTo>
                  <a:pt x="2157636" y="2812522"/>
                  <a:pt x="2013445" y="2877936"/>
                  <a:pt x="1833654" y="2897229"/>
                </a:cubicBezTo>
                <a:cubicBezTo>
                  <a:pt x="1645588" y="2917413"/>
                  <a:pt x="1432846" y="2885715"/>
                  <a:pt x="1207605" y="2852120"/>
                </a:cubicBezTo>
                <a:cubicBezTo>
                  <a:pt x="1166075" y="2845900"/>
                  <a:pt x="1123122" y="2839517"/>
                  <a:pt x="1079897" y="2833375"/>
                </a:cubicBezTo>
                <a:cubicBezTo>
                  <a:pt x="693025" y="2778372"/>
                  <a:pt x="425689" y="2724885"/>
                  <a:pt x="242172" y="2491376"/>
                </a:cubicBezTo>
                <a:cubicBezTo>
                  <a:pt x="-37449" y="2135581"/>
                  <a:pt x="-72603" y="1738947"/>
                  <a:pt x="124682" y="1165145"/>
                </a:cubicBezTo>
                <a:cubicBezTo>
                  <a:pt x="150509" y="1090046"/>
                  <a:pt x="172357" y="1019656"/>
                  <a:pt x="193455" y="951608"/>
                </a:cubicBezTo>
                <a:cubicBezTo>
                  <a:pt x="280976" y="669511"/>
                  <a:pt x="330232" y="527567"/>
                  <a:pt x="492401" y="383541"/>
                </a:cubicBezTo>
                <a:cubicBezTo>
                  <a:pt x="653425" y="240534"/>
                  <a:pt x="840979" y="135517"/>
                  <a:pt x="1049792" y="71329"/>
                </a:cubicBezTo>
                <a:cubicBezTo>
                  <a:pt x="1203007" y="24254"/>
                  <a:pt x="1362385" y="385"/>
                  <a:pt x="1525339" y="5"/>
                </a:cubicBezTo>
                <a:close/>
              </a:path>
            </a:pathLst>
          </a:custGeom>
          <a:no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45" name="Freeform: Shape 24">
            <a:extLst>
              <a:ext uri="{C183D7F6-B498-43B3-948B-1728B52AA6E4}">
                <adec:decorative xmlns:adec="http://schemas.microsoft.com/office/drawing/2017/decorative" val="1"/>
              </a:ext>
            </a:extLst>
          </p:cNvPr>
          <p:cNvSpPr/>
          <p:nvPr/>
        </p:nvSpPr>
        <p:spPr>
          <a:xfrm rot="1841400">
            <a:off x="11407320" y="491760"/>
            <a:ext cx="1106280" cy="1030320"/>
          </a:xfrm>
          <a:custGeom>
            <a:avLst/>
            <a:gdLst>
              <a:gd name="textAreaLeft" fmla="*/ 0 w 1106280"/>
              <a:gd name="textAreaRight" fmla="*/ 1107000 w 1106280"/>
              <a:gd name="textAreaTop" fmla="*/ 0 h 1030320"/>
              <a:gd name="textAreaBottom" fmla="*/ 1031040 h 1030320"/>
            </a:gdLst>
            <a:ahLst/>
            <a:cxnLst/>
            <a:rect l="textAreaLeft" t="textAreaTop" r="textAreaRight" b="textAreaBottom"/>
            <a:pathLst>
              <a:path w="2536609" h="2390777">
                <a:moveTo>
                  <a:pt x="1283956" y="129"/>
                </a:moveTo>
                <a:cubicBezTo>
                  <a:pt x="1329204" y="-477"/>
                  <a:pt x="1374764" y="1064"/>
                  <a:pt x="1420555" y="4761"/>
                </a:cubicBezTo>
                <a:cubicBezTo>
                  <a:pt x="1600623" y="19268"/>
                  <a:pt x="1778488" y="68277"/>
                  <a:pt x="1934956" y="146592"/>
                </a:cubicBezTo>
                <a:cubicBezTo>
                  <a:pt x="2095741" y="226922"/>
                  <a:pt x="2229975" y="334182"/>
                  <a:pt x="2333843" y="465224"/>
                </a:cubicBezTo>
                <a:cubicBezTo>
                  <a:pt x="2431797" y="588805"/>
                  <a:pt x="2495004" y="726327"/>
                  <a:pt x="2521826" y="873957"/>
                </a:cubicBezTo>
                <a:cubicBezTo>
                  <a:pt x="2546923" y="1012347"/>
                  <a:pt x="2540034" y="1159432"/>
                  <a:pt x="2501395" y="1311092"/>
                </a:cubicBezTo>
                <a:cubicBezTo>
                  <a:pt x="2451995" y="1504854"/>
                  <a:pt x="2351490" y="1701546"/>
                  <a:pt x="2209320" y="1886897"/>
                </a:cubicBezTo>
                <a:cubicBezTo>
                  <a:pt x="2124017" y="1998106"/>
                  <a:pt x="2023715" y="2105235"/>
                  <a:pt x="1910451" y="2205196"/>
                </a:cubicBezTo>
                <a:cubicBezTo>
                  <a:pt x="1789948" y="2311549"/>
                  <a:pt x="1669352" y="2366775"/>
                  <a:pt x="1519442" y="2384330"/>
                </a:cubicBezTo>
                <a:cubicBezTo>
                  <a:pt x="1362632" y="2402698"/>
                  <a:pt x="1185651" y="2378545"/>
                  <a:pt x="998270" y="2352944"/>
                </a:cubicBezTo>
                <a:cubicBezTo>
                  <a:pt x="963720" y="2348202"/>
                  <a:pt x="927987" y="2343340"/>
                  <a:pt x="892026" y="2338680"/>
                </a:cubicBezTo>
                <a:cubicBezTo>
                  <a:pt x="570163" y="2296934"/>
                  <a:pt x="347863" y="2255334"/>
                  <a:pt x="196712" y="2064638"/>
                </a:cubicBezTo>
                <a:cubicBezTo>
                  <a:pt x="-33594" y="1774076"/>
                  <a:pt x="-59958" y="1447611"/>
                  <a:pt x="108612" y="973028"/>
                </a:cubicBezTo>
                <a:cubicBezTo>
                  <a:pt x="130679" y="910916"/>
                  <a:pt x="149396" y="852719"/>
                  <a:pt x="167473" y="796459"/>
                </a:cubicBezTo>
                <a:cubicBezTo>
                  <a:pt x="242457" y="563228"/>
                  <a:pt x="284533" y="445824"/>
                  <a:pt x="420683" y="325664"/>
                </a:cubicBezTo>
                <a:cubicBezTo>
                  <a:pt x="555871" y="206352"/>
                  <a:pt x="712879" y="118097"/>
                  <a:pt x="887296" y="63284"/>
                </a:cubicBezTo>
                <a:cubicBezTo>
                  <a:pt x="1015273" y="23084"/>
                  <a:pt x="1148212" y="1947"/>
                  <a:pt x="1283956" y="129"/>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46" name="Freeform: Shape 25">
            <a:extLst>
              <a:ext uri="{C183D7F6-B498-43B3-948B-1728B52AA6E4}">
                <adec:decorative xmlns:adec="http://schemas.microsoft.com/office/drawing/2017/decorative" val="1"/>
              </a:ext>
            </a:extLst>
          </p:cNvPr>
          <p:cNvSpPr/>
          <p:nvPr/>
        </p:nvSpPr>
        <p:spPr>
          <a:xfrm rot="1841400">
            <a:off x="11481480" y="542880"/>
            <a:ext cx="958320" cy="928440"/>
          </a:xfrm>
          <a:custGeom>
            <a:avLst/>
            <a:gdLst>
              <a:gd name="textAreaLeft" fmla="*/ 0 w 958320"/>
              <a:gd name="textAreaRight" fmla="*/ 959040 w 958320"/>
              <a:gd name="textAreaTop" fmla="*/ 0 h 928440"/>
              <a:gd name="textAreaBottom" fmla="*/ 929160 h 928440"/>
            </a:gdLst>
            <a:ahLst/>
            <a:cxnLst/>
            <a:rect l="textAreaLeft" t="textAreaTop" r="textAreaRight" b="textAreaBottom"/>
            <a:pathLst>
              <a:path w="2233692" h="2164296">
                <a:moveTo>
                  <a:pt x="1130629" y="117"/>
                </a:moveTo>
                <a:cubicBezTo>
                  <a:pt x="1170474" y="-432"/>
                  <a:pt x="1210592" y="963"/>
                  <a:pt x="1250917" y="4310"/>
                </a:cubicBezTo>
                <a:cubicBezTo>
                  <a:pt x="1409478" y="17443"/>
                  <a:pt x="1566106" y="61809"/>
                  <a:pt x="1703887" y="132705"/>
                </a:cubicBezTo>
                <a:cubicBezTo>
                  <a:pt x="1774679" y="169066"/>
                  <a:pt x="1839627" y="211520"/>
                  <a:pt x="1898308" y="259714"/>
                </a:cubicBezTo>
                <a:cubicBezTo>
                  <a:pt x="1956991" y="307906"/>
                  <a:pt x="2009409" y="361840"/>
                  <a:pt x="2055139" y="421154"/>
                </a:cubicBezTo>
                <a:cubicBezTo>
                  <a:pt x="2141397" y="533028"/>
                  <a:pt x="2197055" y="657522"/>
                  <a:pt x="2220675" y="791167"/>
                </a:cubicBezTo>
                <a:cubicBezTo>
                  <a:pt x="2242774" y="916448"/>
                  <a:pt x="2236710" y="1049596"/>
                  <a:pt x="2202684" y="1186890"/>
                </a:cubicBezTo>
                <a:cubicBezTo>
                  <a:pt x="2150482" y="1397381"/>
                  <a:pt x="2033479" y="1611687"/>
                  <a:pt x="1866035" y="1807489"/>
                </a:cubicBezTo>
                <a:cubicBezTo>
                  <a:pt x="1810219" y="1872757"/>
                  <a:pt x="1748801" y="1935968"/>
                  <a:pt x="1682309" y="1996296"/>
                </a:cubicBezTo>
                <a:cubicBezTo>
                  <a:pt x="1576194" y="2092574"/>
                  <a:pt x="1470001" y="2142568"/>
                  <a:pt x="1337994" y="2158461"/>
                </a:cubicBezTo>
                <a:cubicBezTo>
                  <a:pt x="1199910" y="2175087"/>
                  <a:pt x="1044062" y="2153223"/>
                  <a:pt x="879058" y="2130049"/>
                </a:cubicBezTo>
                <a:cubicBezTo>
                  <a:pt x="848634" y="2125754"/>
                  <a:pt x="817168" y="2121353"/>
                  <a:pt x="785502" y="2117135"/>
                </a:cubicBezTo>
                <a:cubicBezTo>
                  <a:pt x="502076" y="2079344"/>
                  <a:pt x="306322" y="2041683"/>
                  <a:pt x="173222" y="1869052"/>
                </a:cubicBezTo>
                <a:cubicBezTo>
                  <a:pt x="-29583" y="1606017"/>
                  <a:pt x="-52797" y="1310477"/>
                  <a:pt x="95641" y="880852"/>
                </a:cubicBezTo>
                <a:cubicBezTo>
                  <a:pt x="115073" y="824625"/>
                  <a:pt x="131555" y="771941"/>
                  <a:pt x="147474" y="721011"/>
                </a:cubicBezTo>
                <a:cubicBezTo>
                  <a:pt x="213503" y="509874"/>
                  <a:pt x="250554" y="403591"/>
                  <a:pt x="370446" y="294813"/>
                </a:cubicBezTo>
                <a:cubicBezTo>
                  <a:pt x="489490" y="186804"/>
                  <a:pt x="627749" y="106909"/>
                  <a:pt x="781337" y="57290"/>
                </a:cubicBezTo>
                <a:cubicBezTo>
                  <a:pt x="894032" y="20897"/>
                  <a:pt x="1011095" y="1762"/>
                  <a:pt x="1130629" y="117"/>
                </a:cubicBezTo>
                <a:close/>
              </a:path>
            </a:pathLst>
          </a:custGeom>
          <a:blipFill rotWithShape="0">
            <a:blip r:embed="rId4"/>
            <a:srcRect/>
            <a:stretch/>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Meiryo"/>
            </a:endParaRPr>
          </a:p>
        </p:txBody>
      </p:sp>
      <p:sp>
        <p:nvSpPr>
          <p:cNvPr id="47" name="Freeform: Shape 26">
            <a:extLst>
              <a:ext uri="{C183D7F6-B498-43B3-948B-1728B52AA6E4}">
                <adec:decorative xmlns:adec="http://schemas.microsoft.com/office/drawing/2017/decorative" val="1"/>
              </a:ext>
            </a:extLst>
          </p:cNvPr>
          <p:cNvSpPr/>
          <p:nvPr/>
        </p:nvSpPr>
        <p:spPr>
          <a:xfrm rot="7684800">
            <a:off x="-436680" y="653040"/>
            <a:ext cx="888120" cy="844920"/>
          </a:xfrm>
          <a:custGeom>
            <a:avLst/>
            <a:gdLst>
              <a:gd name="textAreaLeft" fmla="*/ 0 w 888120"/>
              <a:gd name="textAreaRight" fmla="*/ 888840 w 888120"/>
              <a:gd name="textAreaTop" fmla="*/ 0 h 844920"/>
              <a:gd name="textAreaBottom" fmla="*/ 845640 h 844920"/>
            </a:gdLst>
            <a:ahLst/>
            <a:cxnLst/>
            <a:rect l="textAreaLeft" t="textAreaTop" r="textAreaRight" b="textAreaBottom"/>
            <a:pathLst>
              <a:path w="2791301" h="2663436">
                <a:moveTo>
                  <a:pt x="1393873" y="4"/>
                </a:moveTo>
                <a:cubicBezTo>
                  <a:pt x="1443777" y="115"/>
                  <a:pt x="1494056" y="2621"/>
                  <a:pt x="1544624" y="7531"/>
                </a:cubicBezTo>
                <a:cubicBezTo>
                  <a:pt x="1743470" y="26804"/>
                  <a:pt x="1940404" y="84446"/>
                  <a:pt x="2114171" y="174340"/>
                </a:cubicBezTo>
                <a:cubicBezTo>
                  <a:pt x="2292730" y="266553"/>
                  <a:pt x="2442405" y="388281"/>
                  <a:pt x="2558937" y="535959"/>
                </a:cubicBezTo>
                <a:cubicBezTo>
                  <a:pt x="2668833" y="675228"/>
                  <a:pt x="2740611" y="829411"/>
                  <a:pt x="2772402" y="994216"/>
                </a:cubicBezTo>
                <a:cubicBezTo>
                  <a:pt x="2802153" y="1148707"/>
                  <a:pt x="2796751" y="1312318"/>
                  <a:pt x="2756393" y="1480474"/>
                </a:cubicBezTo>
                <a:cubicBezTo>
                  <a:pt x="2694473" y="1738280"/>
                  <a:pt x="2551441" y="1999502"/>
                  <a:pt x="2344917" y="2236976"/>
                </a:cubicBezTo>
                <a:cubicBezTo>
                  <a:pt x="2276075" y="2316133"/>
                  <a:pt x="2200179" y="2392652"/>
                  <a:pt x="2117882" y="2465527"/>
                </a:cubicBezTo>
                <a:cubicBezTo>
                  <a:pt x="1986543" y="2581826"/>
                  <a:pt x="1854341" y="2641210"/>
                  <a:pt x="1689239" y="2658152"/>
                </a:cubicBezTo>
                <a:cubicBezTo>
                  <a:pt x="1516539" y="2675876"/>
                  <a:pt x="1320951" y="2645919"/>
                  <a:pt x="1113871" y="2614170"/>
                </a:cubicBezTo>
                <a:cubicBezTo>
                  <a:pt x="1075689" y="2608293"/>
                  <a:pt x="1036200" y="2602259"/>
                  <a:pt x="996462" y="2596447"/>
                </a:cubicBezTo>
                <a:cubicBezTo>
                  <a:pt x="640795" y="2544391"/>
                  <a:pt x="394957" y="2494225"/>
                  <a:pt x="225377" y="2279322"/>
                </a:cubicBezTo>
                <a:cubicBezTo>
                  <a:pt x="-33010" y="1951877"/>
                  <a:pt x="-66965" y="1588003"/>
                  <a:pt x="111893" y="1062629"/>
                </a:cubicBezTo>
                <a:cubicBezTo>
                  <a:pt x="135308" y="993869"/>
                  <a:pt x="155086" y="929410"/>
                  <a:pt x="174186" y="867095"/>
                </a:cubicBezTo>
                <a:cubicBezTo>
                  <a:pt x="253418" y="608767"/>
                  <a:pt x="298077" y="478805"/>
                  <a:pt x="446468" y="347405"/>
                </a:cubicBezTo>
                <a:cubicBezTo>
                  <a:pt x="593811" y="216935"/>
                  <a:pt x="765687" y="121414"/>
                  <a:pt x="957265" y="63425"/>
                </a:cubicBezTo>
                <a:cubicBezTo>
                  <a:pt x="1097834" y="20894"/>
                  <a:pt x="1244162" y="-329"/>
                  <a:pt x="1393873" y="4"/>
                </a:cubicBezTo>
                <a:close/>
              </a:path>
            </a:pathLst>
          </a:custGeom>
          <a:noFill/>
          <a:ln w="19050">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48" name="Freeform: Shape 29">
            <a:extLst>
              <a:ext uri="{C183D7F6-B498-43B3-948B-1728B52AA6E4}">
                <adec:decorative xmlns:adec="http://schemas.microsoft.com/office/drawing/2017/decorative" val="1"/>
              </a:ext>
            </a:extLst>
          </p:cNvPr>
          <p:cNvSpPr/>
          <p:nvPr/>
        </p:nvSpPr>
        <p:spPr>
          <a:xfrm rot="7684800">
            <a:off x="-470520" y="618840"/>
            <a:ext cx="955440" cy="912600"/>
          </a:xfrm>
          <a:custGeom>
            <a:avLst/>
            <a:gdLst>
              <a:gd name="textAreaLeft" fmla="*/ 0 w 955440"/>
              <a:gd name="textAreaRight" fmla="*/ 956160 w 955440"/>
              <a:gd name="textAreaTop" fmla="*/ 0 h 912600"/>
              <a:gd name="textAreaBottom" fmla="*/ 913320 h 912600"/>
            </a:gdLst>
            <a:ahLst/>
            <a:cxnLst/>
            <a:rect l="textAreaLeft" t="textAreaTop" r="textAreaRight" b="textAreaBottom"/>
            <a:pathLst>
              <a:path w="3040473" h="2903550">
                <a:moveTo>
                  <a:pt x="1525339" y="5"/>
                </a:moveTo>
                <a:cubicBezTo>
                  <a:pt x="1579656" y="-122"/>
                  <a:pt x="1634371" y="2362"/>
                  <a:pt x="1689388" y="7465"/>
                </a:cubicBezTo>
                <a:cubicBezTo>
                  <a:pt x="1905729" y="27497"/>
                  <a:pt x="2119799" y="89379"/>
                  <a:pt x="2308491" y="186546"/>
                </a:cubicBezTo>
                <a:cubicBezTo>
                  <a:pt x="2502388" y="286218"/>
                  <a:pt x="2664701" y="418219"/>
                  <a:pt x="2790810" y="578683"/>
                </a:cubicBezTo>
                <a:cubicBezTo>
                  <a:pt x="2909737" y="730010"/>
                  <a:pt x="2987100" y="897790"/>
                  <a:pt x="3020886" y="1077350"/>
                </a:cubicBezTo>
                <a:cubicBezTo>
                  <a:pt x="3052503" y="1245674"/>
                  <a:pt x="3045812" y="1424117"/>
                  <a:pt x="3001050" y="1607690"/>
                </a:cubicBezTo>
                <a:cubicBezTo>
                  <a:pt x="2932375" y="1889131"/>
                  <a:pt x="2775394" y="2174701"/>
                  <a:pt x="2549423" y="2434689"/>
                </a:cubicBezTo>
                <a:cubicBezTo>
                  <a:pt x="2474098" y="2521351"/>
                  <a:pt x="2391109" y="2605170"/>
                  <a:pt x="2301170" y="2685047"/>
                </a:cubicBezTo>
                <a:cubicBezTo>
                  <a:pt x="2157636" y="2812522"/>
                  <a:pt x="2013445" y="2877936"/>
                  <a:pt x="1833654" y="2897229"/>
                </a:cubicBezTo>
                <a:cubicBezTo>
                  <a:pt x="1645588" y="2917413"/>
                  <a:pt x="1432846" y="2885715"/>
                  <a:pt x="1207605" y="2852120"/>
                </a:cubicBezTo>
                <a:cubicBezTo>
                  <a:pt x="1166075" y="2845900"/>
                  <a:pt x="1123122" y="2839517"/>
                  <a:pt x="1079897" y="2833375"/>
                </a:cubicBezTo>
                <a:cubicBezTo>
                  <a:pt x="693025" y="2778372"/>
                  <a:pt x="425689" y="2724885"/>
                  <a:pt x="242172" y="2491376"/>
                </a:cubicBezTo>
                <a:cubicBezTo>
                  <a:pt x="-37449" y="2135581"/>
                  <a:pt x="-72603" y="1738947"/>
                  <a:pt x="124682" y="1165145"/>
                </a:cubicBezTo>
                <a:cubicBezTo>
                  <a:pt x="150509" y="1090046"/>
                  <a:pt x="172357" y="1019656"/>
                  <a:pt x="193455" y="951608"/>
                </a:cubicBezTo>
                <a:cubicBezTo>
                  <a:pt x="280976" y="669511"/>
                  <a:pt x="330232" y="527567"/>
                  <a:pt x="492401" y="383541"/>
                </a:cubicBezTo>
                <a:cubicBezTo>
                  <a:pt x="653425" y="240534"/>
                  <a:pt x="840979" y="135517"/>
                  <a:pt x="1049792" y="71329"/>
                </a:cubicBezTo>
                <a:cubicBezTo>
                  <a:pt x="1203007" y="24254"/>
                  <a:pt x="1362385" y="385"/>
                  <a:pt x="1525339" y="5"/>
                </a:cubicBezTo>
                <a:close/>
              </a:path>
            </a:pathLst>
          </a:custGeom>
          <a:no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49" name="Freeform: Shape 30">
            <a:extLst>
              <a:ext uri="{C183D7F6-B498-43B3-948B-1728B52AA6E4}">
                <adec:decorative xmlns:adec="http://schemas.microsoft.com/office/drawing/2017/decorative" val="1"/>
              </a:ext>
            </a:extLst>
          </p:cNvPr>
          <p:cNvSpPr/>
          <p:nvPr/>
        </p:nvSpPr>
        <p:spPr>
          <a:xfrm rot="7684800">
            <a:off x="-397440" y="698400"/>
            <a:ext cx="810360" cy="754560"/>
          </a:xfrm>
          <a:custGeom>
            <a:avLst/>
            <a:gdLst>
              <a:gd name="textAreaLeft" fmla="*/ 0 w 810360"/>
              <a:gd name="textAreaRight" fmla="*/ 811080 w 810360"/>
              <a:gd name="textAreaTop" fmla="*/ 0 h 754560"/>
              <a:gd name="textAreaBottom" fmla="*/ 755280 h 754560"/>
            </a:gdLst>
            <a:ahLst/>
            <a:cxnLst/>
            <a:rect l="textAreaLeft" t="textAreaTop" r="textAreaRight" b="textAreaBottom"/>
            <a:pathLst>
              <a:path w="2536609" h="2390777">
                <a:moveTo>
                  <a:pt x="1283956" y="129"/>
                </a:moveTo>
                <a:cubicBezTo>
                  <a:pt x="1329204" y="-477"/>
                  <a:pt x="1374764" y="1064"/>
                  <a:pt x="1420555" y="4761"/>
                </a:cubicBezTo>
                <a:cubicBezTo>
                  <a:pt x="1600623" y="19268"/>
                  <a:pt x="1778488" y="68277"/>
                  <a:pt x="1934956" y="146592"/>
                </a:cubicBezTo>
                <a:cubicBezTo>
                  <a:pt x="2095741" y="226922"/>
                  <a:pt x="2229975" y="334182"/>
                  <a:pt x="2333843" y="465224"/>
                </a:cubicBezTo>
                <a:cubicBezTo>
                  <a:pt x="2431797" y="588805"/>
                  <a:pt x="2495004" y="726327"/>
                  <a:pt x="2521826" y="873957"/>
                </a:cubicBezTo>
                <a:cubicBezTo>
                  <a:pt x="2546923" y="1012347"/>
                  <a:pt x="2540034" y="1159432"/>
                  <a:pt x="2501395" y="1311092"/>
                </a:cubicBezTo>
                <a:cubicBezTo>
                  <a:pt x="2451995" y="1504854"/>
                  <a:pt x="2351490" y="1701546"/>
                  <a:pt x="2209320" y="1886897"/>
                </a:cubicBezTo>
                <a:cubicBezTo>
                  <a:pt x="2124017" y="1998106"/>
                  <a:pt x="2023715" y="2105235"/>
                  <a:pt x="1910451" y="2205196"/>
                </a:cubicBezTo>
                <a:cubicBezTo>
                  <a:pt x="1789948" y="2311549"/>
                  <a:pt x="1669352" y="2366775"/>
                  <a:pt x="1519442" y="2384330"/>
                </a:cubicBezTo>
                <a:cubicBezTo>
                  <a:pt x="1362632" y="2402698"/>
                  <a:pt x="1185651" y="2378545"/>
                  <a:pt x="998270" y="2352944"/>
                </a:cubicBezTo>
                <a:cubicBezTo>
                  <a:pt x="963720" y="2348202"/>
                  <a:pt x="927987" y="2343340"/>
                  <a:pt x="892026" y="2338680"/>
                </a:cubicBezTo>
                <a:cubicBezTo>
                  <a:pt x="570163" y="2296934"/>
                  <a:pt x="347863" y="2255334"/>
                  <a:pt x="196712" y="2064638"/>
                </a:cubicBezTo>
                <a:cubicBezTo>
                  <a:pt x="-33594" y="1774076"/>
                  <a:pt x="-59958" y="1447611"/>
                  <a:pt x="108612" y="973028"/>
                </a:cubicBezTo>
                <a:cubicBezTo>
                  <a:pt x="130679" y="910916"/>
                  <a:pt x="149396" y="852719"/>
                  <a:pt x="167473" y="796459"/>
                </a:cubicBezTo>
                <a:cubicBezTo>
                  <a:pt x="242457" y="563228"/>
                  <a:pt x="284533" y="445824"/>
                  <a:pt x="420683" y="325664"/>
                </a:cubicBezTo>
                <a:cubicBezTo>
                  <a:pt x="555871" y="206352"/>
                  <a:pt x="712879" y="118097"/>
                  <a:pt x="887296" y="63284"/>
                </a:cubicBezTo>
                <a:cubicBezTo>
                  <a:pt x="1015273" y="23084"/>
                  <a:pt x="1148212" y="1947"/>
                  <a:pt x="1283956" y="129"/>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50" name="Freeform: Shape 31">
            <a:extLst>
              <a:ext uri="{C183D7F6-B498-43B3-948B-1728B52AA6E4}">
                <adec:decorative xmlns:adec="http://schemas.microsoft.com/office/drawing/2017/decorative" val="1"/>
              </a:ext>
            </a:extLst>
          </p:cNvPr>
          <p:cNvSpPr/>
          <p:nvPr/>
        </p:nvSpPr>
        <p:spPr>
          <a:xfrm rot="7684800">
            <a:off x="-343440" y="735840"/>
            <a:ext cx="702000" cy="680040"/>
          </a:xfrm>
          <a:custGeom>
            <a:avLst/>
            <a:gdLst>
              <a:gd name="textAreaLeft" fmla="*/ 0 w 702000"/>
              <a:gd name="textAreaRight" fmla="*/ 702720 w 702000"/>
              <a:gd name="textAreaTop" fmla="*/ 0 h 680040"/>
              <a:gd name="textAreaBottom" fmla="*/ 680760 h 680040"/>
            </a:gdLst>
            <a:ahLst/>
            <a:cxnLst/>
            <a:rect l="textAreaLeft" t="textAreaTop" r="textAreaRight" b="textAreaBottom"/>
            <a:pathLst>
              <a:path w="2233692" h="2164296">
                <a:moveTo>
                  <a:pt x="1130629" y="117"/>
                </a:moveTo>
                <a:cubicBezTo>
                  <a:pt x="1170474" y="-432"/>
                  <a:pt x="1210592" y="963"/>
                  <a:pt x="1250917" y="4310"/>
                </a:cubicBezTo>
                <a:cubicBezTo>
                  <a:pt x="1409478" y="17443"/>
                  <a:pt x="1566106" y="61809"/>
                  <a:pt x="1703887" y="132705"/>
                </a:cubicBezTo>
                <a:cubicBezTo>
                  <a:pt x="1774679" y="169066"/>
                  <a:pt x="1839627" y="211520"/>
                  <a:pt x="1898308" y="259714"/>
                </a:cubicBezTo>
                <a:cubicBezTo>
                  <a:pt x="1956991" y="307906"/>
                  <a:pt x="2009409" y="361840"/>
                  <a:pt x="2055139" y="421154"/>
                </a:cubicBezTo>
                <a:cubicBezTo>
                  <a:pt x="2141397" y="533028"/>
                  <a:pt x="2197055" y="657522"/>
                  <a:pt x="2220675" y="791167"/>
                </a:cubicBezTo>
                <a:cubicBezTo>
                  <a:pt x="2242774" y="916448"/>
                  <a:pt x="2236710" y="1049596"/>
                  <a:pt x="2202684" y="1186890"/>
                </a:cubicBezTo>
                <a:cubicBezTo>
                  <a:pt x="2150482" y="1397381"/>
                  <a:pt x="2033479" y="1611687"/>
                  <a:pt x="1866035" y="1807489"/>
                </a:cubicBezTo>
                <a:cubicBezTo>
                  <a:pt x="1810219" y="1872757"/>
                  <a:pt x="1748801" y="1935968"/>
                  <a:pt x="1682309" y="1996296"/>
                </a:cubicBezTo>
                <a:cubicBezTo>
                  <a:pt x="1576194" y="2092574"/>
                  <a:pt x="1470001" y="2142568"/>
                  <a:pt x="1337994" y="2158461"/>
                </a:cubicBezTo>
                <a:cubicBezTo>
                  <a:pt x="1199910" y="2175087"/>
                  <a:pt x="1044062" y="2153223"/>
                  <a:pt x="879058" y="2130049"/>
                </a:cubicBezTo>
                <a:cubicBezTo>
                  <a:pt x="848634" y="2125754"/>
                  <a:pt x="817168" y="2121353"/>
                  <a:pt x="785502" y="2117135"/>
                </a:cubicBezTo>
                <a:cubicBezTo>
                  <a:pt x="502076" y="2079344"/>
                  <a:pt x="306322" y="2041683"/>
                  <a:pt x="173222" y="1869052"/>
                </a:cubicBezTo>
                <a:cubicBezTo>
                  <a:pt x="-29583" y="1606017"/>
                  <a:pt x="-52797" y="1310477"/>
                  <a:pt x="95641" y="880852"/>
                </a:cubicBezTo>
                <a:cubicBezTo>
                  <a:pt x="115073" y="824625"/>
                  <a:pt x="131555" y="771941"/>
                  <a:pt x="147474" y="721011"/>
                </a:cubicBezTo>
                <a:cubicBezTo>
                  <a:pt x="213503" y="509874"/>
                  <a:pt x="250554" y="403591"/>
                  <a:pt x="370446" y="294813"/>
                </a:cubicBezTo>
                <a:cubicBezTo>
                  <a:pt x="489490" y="186804"/>
                  <a:pt x="627749" y="106909"/>
                  <a:pt x="781337" y="57290"/>
                </a:cubicBezTo>
                <a:cubicBezTo>
                  <a:pt x="894032" y="20897"/>
                  <a:pt x="1011095" y="1762"/>
                  <a:pt x="1130629" y="117"/>
                </a:cubicBezTo>
                <a:close/>
              </a:path>
            </a:pathLst>
          </a:custGeom>
          <a:blipFill rotWithShape="0">
            <a:blip r:embed="rId5"/>
            <a:srcRect/>
            <a:stretch/>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Meiryo"/>
            </a:endParaRPr>
          </a:p>
        </p:txBody>
      </p:sp>
      <p:sp>
        <p:nvSpPr>
          <p:cNvPr id="51" name="Freeform: Shape 35">
            <a:extLst>
              <a:ext uri="{C183D7F6-B498-43B3-948B-1728B52AA6E4}">
                <adec:decorative xmlns:adec="http://schemas.microsoft.com/office/drawing/2017/decorative" val="1"/>
              </a:ext>
            </a:extLst>
          </p:cNvPr>
          <p:cNvSpPr/>
          <p:nvPr/>
        </p:nvSpPr>
        <p:spPr>
          <a:xfrm rot="1841400">
            <a:off x="3504600" y="-541080"/>
            <a:ext cx="1212120" cy="1153440"/>
          </a:xfrm>
          <a:custGeom>
            <a:avLst/>
            <a:gdLst>
              <a:gd name="textAreaLeft" fmla="*/ 0 w 1212120"/>
              <a:gd name="textAreaRight" fmla="*/ 1212840 w 1212120"/>
              <a:gd name="textAreaTop" fmla="*/ 0 h 1153440"/>
              <a:gd name="textAreaBottom" fmla="*/ 1154160 h 1153440"/>
            </a:gdLst>
            <a:ahLst/>
            <a:cxnLst/>
            <a:rect l="textAreaLeft" t="textAreaTop" r="textAreaRight" b="textAreaBottom"/>
            <a:pathLst>
              <a:path w="2791301" h="2663436">
                <a:moveTo>
                  <a:pt x="1393873" y="4"/>
                </a:moveTo>
                <a:cubicBezTo>
                  <a:pt x="1443777" y="115"/>
                  <a:pt x="1494056" y="2621"/>
                  <a:pt x="1544624" y="7531"/>
                </a:cubicBezTo>
                <a:cubicBezTo>
                  <a:pt x="1743470" y="26804"/>
                  <a:pt x="1940404" y="84446"/>
                  <a:pt x="2114171" y="174340"/>
                </a:cubicBezTo>
                <a:cubicBezTo>
                  <a:pt x="2292730" y="266553"/>
                  <a:pt x="2442405" y="388281"/>
                  <a:pt x="2558937" y="535959"/>
                </a:cubicBezTo>
                <a:cubicBezTo>
                  <a:pt x="2668833" y="675228"/>
                  <a:pt x="2740611" y="829411"/>
                  <a:pt x="2772402" y="994216"/>
                </a:cubicBezTo>
                <a:cubicBezTo>
                  <a:pt x="2802153" y="1148707"/>
                  <a:pt x="2796751" y="1312318"/>
                  <a:pt x="2756393" y="1480474"/>
                </a:cubicBezTo>
                <a:cubicBezTo>
                  <a:pt x="2694473" y="1738280"/>
                  <a:pt x="2551441" y="1999502"/>
                  <a:pt x="2344917" y="2236976"/>
                </a:cubicBezTo>
                <a:cubicBezTo>
                  <a:pt x="2276075" y="2316133"/>
                  <a:pt x="2200179" y="2392652"/>
                  <a:pt x="2117882" y="2465527"/>
                </a:cubicBezTo>
                <a:cubicBezTo>
                  <a:pt x="1986543" y="2581826"/>
                  <a:pt x="1854341" y="2641210"/>
                  <a:pt x="1689239" y="2658152"/>
                </a:cubicBezTo>
                <a:cubicBezTo>
                  <a:pt x="1516539" y="2675876"/>
                  <a:pt x="1320951" y="2645919"/>
                  <a:pt x="1113871" y="2614170"/>
                </a:cubicBezTo>
                <a:cubicBezTo>
                  <a:pt x="1075689" y="2608293"/>
                  <a:pt x="1036200" y="2602259"/>
                  <a:pt x="996462" y="2596447"/>
                </a:cubicBezTo>
                <a:cubicBezTo>
                  <a:pt x="640795" y="2544391"/>
                  <a:pt x="394957" y="2494225"/>
                  <a:pt x="225377" y="2279322"/>
                </a:cubicBezTo>
                <a:cubicBezTo>
                  <a:pt x="-33010" y="1951877"/>
                  <a:pt x="-66965" y="1588003"/>
                  <a:pt x="111893" y="1062629"/>
                </a:cubicBezTo>
                <a:cubicBezTo>
                  <a:pt x="135308" y="993869"/>
                  <a:pt x="155086" y="929410"/>
                  <a:pt x="174186" y="867095"/>
                </a:cubicBezTo>
                <a:cubicBezTo>
                  <a:pt x="253418" y="608767"/>
                  <a:pt x="298077" y="478805"/>
                  <a:pt x="446468" y="347405"/>
                </a:cubicBezTo>
                <a:cubicBezTo>
                  <a:pt x="593811" y="216935"/>
                  <a:pt x="765687" y="121414"/>
                  <a:pt x="957265" y="63425"/>
                </a:cubicBezTo>
                <a:cubicBezTo>
                  <a:pt x="1097834" y="20894"/>
                  <a:pt x="1244162" y="-329"/>
                  <a:pt x="1393873" y="4"/>
                </a:cubicBezTo>
                <a:close/>
              </a:path>
            </a:pathLst>
          </a:custGeom>
          <a:noFill/>
          <a:ln w="19050">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52" name="Freeform: Shape 36">
            <a:extLst>
              <a:ext uri="{C183D7F6-B498-43B3-948B-1728B52AA6E4}">
                <adec:decorative xmlns:adec="http://schemas.microsoft.com/office/drawing/2017/decorative" val="1"/>
              </a:ext>
            </a:extLst>
          </p:cNvPr>
          <p:cNvSpPr/>
          <p:nvPr/>
        </p:nvSpPr>
        <p:spPr>
          <a:xfrm rot="1841400">
            <a:off x="3458520" y="-587160"/>
            <a:ext cx="1304640" cy="1245600"/>
          </a:xfrm>
          <a:custGeom>
            <a:avLst/>
            <a:gdLst>
              <a:gd name="textAreaLeft" fmla="*/ 0 w 1304640"/>
              <a:gd name="textAreaRight" fmla="*/ 1305360 w 1304640"/>
              <a:gd name="textAreaTop" fmla="*/ 0 h 1245600"/>
              <a:gd name="textAreaBottom" fmla="*/ 1246320 h 1245600"/>
            </a:gdLst>
            <a:ahLst/>
            <a:cxnLst/>
            <a:rect l="textAreaLeft" t="textAreaTop" r="textAreaRight" b="textAreaBottom"/>
            <a:pathLst>
              <a:path w="3040473" h="2903550">
                <a:moveTo>
                  <a:pt x="1525339" y="5"/>
                </a:moveTo>
                <a:cubicBezTo>
                  <a:pt x="1579656" y="-122"/>
                  <a:pt x="1634371" y="2362"/>
                  <a:pt x="1689388" y="7465"/>
                </a:cubicBezTo>
                <a:cubicBezTo>
                  <a:pt x="1905729" y="27497"/>
                  <a:pt x="2119799" y="89379"/>
                  <a:pt x="2308491" y="186546"/>
                </a:cubicBezTo>
                <a:cubicBezTo>
                  <a:pt x="2502388" y="286218"/>
                  <a:pt x="2664701" y="418219"/>
                  <a:pt x="2790810" y="578683"/>
                </a:cubicBezTo>
                <a:cubicBezTo>
                  <a:pt x="2909737" y="730010"/>
                  <a:pt x="2987100" y="897790"/>
                  <a:pt x="3020886" y="1077350"/>
                </a:cubicBezTo>
                <a:cubicBezTo>
                  <a:pt x="3052503" y="1245674"/>
                  <a:pt x="3045812" y="1424117"/>
                  <a:pt x="3001050" y="1607690"/>
                </a:cubicBezTo>
                <a:cubicBezTo>
                  <a:pt x="2932375" y="1889131"/>
                  <a:pt x="2775394" y="2174701"/>
                  <a:pt x="2549423" y="2434689"/>
                </a:cubicBezTo>
                <a:cubicBezTo>
                  <a:pt x="2474098" y="2521351"/>
                  <a:pt x="2391109" y="2605170"/>
                  <a:pt x="2301170" y="2685047"/>
                </a:cubicBezTo>
                <a:cubicBezTo>
                  <a:pt x="2157636" y="2812522"/>
                  <a:pt x="2013445" y="2877936"/>
                  <a:pt x="1833654" y="2897229"/>
                </a:cubicBezTo>
                <a:cubicBezTo>
                  <a:pt x="1645588" y="2917413"/>
                  <a:pt x="1432846" y="2885715"/>
                  <a:pt x="1207605" y="2852120"/>
                </a:cubicBezTo>
                <a:cubicBezTo>
                  <a:pt x="1166075" y="2845900"/>
                  <a:pt x="1123122" y="2839517"/>
                  <a:pt x="1079897" y="2833375"/>
                </a:cubicBezTo>
                <a:cubicBezTo>
                  <a:pt x="693025" y="2778372"/>
                  <a:pt x="425689" y="2724885"/>
                  <a:pt x="242172" y="2491376"/>
                </a:cubicBezTo>
                <a:cubicBezTo>
                  <a:pt x="-37449" y="2135581"/>
                  <a:pt x="-72603" y="1738947"/>
                  <a:pt x="124682" y="1165145"/>
                </a:cubicBezTo>
                <a:cubicBezTo>
                  <a:pt x="150509" y="1090046"/>
                  <a:pt x="172357" y="1019656"/>
                  <a:pt x="193455" y="951608"/>
                </a:cubicBezTo>
                <a:cubicBezTo>
                  <a:pt x="280976" y="669511"/>
                  <a:pt x="330232" y="527567"/>
                  <a:pt x="492401" y="383541"/>
                </a:cubicBezTo>
                <a:cubicBezTo>
                  <a:pt x="653425" y="240534"/>
                  <a:pt x="840979" y="135517"/>
                  <a:pt x="1049792" y="71329"/>
                </a:cubicBezTo>
                <a:cubicBezTo>
                  <a:pt x="1203007" y="24254"/>
                  <a:pt x="1362385" y="385"/>
                  <a:pt x="1525339" y="5"/>
                </a:cubicBezTo>
                <a:close/>
              </a:path>
            </a:pathLst>
          </a:custGeom>
          <a:no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53" name="Freeform: Shape 37">
            <a:extLst>
              <a:ext uri="{C183D7F6-B498-43B3-948B-1728B52AA6E4}">
                <adec:decorative xmlns:adec="http://schemas.microsoft.com/office/drawing/2017/decorative" val="1"/>
              </a:ext>
            </a:extLst>
          </p:cNvPr>
          <p:cNvSpPr/>
          <p:nvPr/>
        </p:nvSpPr>
        <p:spPr>
          <a:xfrm rot="1841400">
            <a:off x="3557880" y="-479880"/>
            <a:ext cx="1106280" cy="1030320"/>
          </a:xfrm>
          <a:custGeom>
            <a:avLst/>
            <a:gdLst>
              <a:gd name="textAreaLeft" fmla="*/ 0 w 1106280"/>
              <a:gd name="textAreaRight" fmla="*/ 1107000 w 1106280"/>
              <a:gd name="textAreaTop" fmla="*/ 0 h 1030320"/>
              <a:gd name="textAreaBottom" fmla="*/ 1031040 h 1030320"/>
            </a:gdLst>
            <a:ahLst/>
            <a:cxnLst/>
            <a:rect l="textAreaLeft" t="textAreaTop" r="textAreaRight" b="textAreaBottom"/>
            <a:pathLst>
              <a:path w="2536609" h="2390777">
                <a:moveTo>
                  <a:pt x="1283956" y="129"/>
                </a:moveTo>
                <a:cubicBezTo>
                  <a:pt x="1329204" y="-477"/>
                  <a:pt x="1374764" y="1064"/>
                  <a:pt x="1420555" y="4761"/>
                </a:cubicBezTo>
                <a:cubicBezTo>
                  <a:pt x="1600623" y="19268"/>
                  <a:pt x="1778488" y="68277"/>
                  <a:pt x="1934956" y="146592"/>
                </a:cubicBezTo>
                <a:cubicBezTo>
                  <a:pt x="2095741" y="226922"/>
                  <a:pt x="2229975" y="334182"/>
                  <a:pt x="2333843" y="465224"/>
                </a:cubicBezTo>
                <a:cubicBezTo>
                  <a:pt x="2431797" y="588805"/>
                  <a:pt x="2495004" y="726327"/>
                  <a:pt x="2521826" y="873957"/>
                </a:cubicBezTo>
                <a:cubicBezTo>
                  <a:pt x="2546923" y="1012347"/>
                  <a:pt x="2540034" y="1159432"/>
                  <a:pt x="2501395" y="1311092"/>
                </a:cubicBezTo>
                <a:cubicBezTo>
                  <a:pt x="2451995" y="1504854"/>
                  <a:pt x="2351490" y="1701546"/>
                  <a:pt x="2209320" y="1886897"/>
                </a:cubicBezTo>
                <a:cubicBezTo>
                  <a:pt x="2124017" y="1998106"/>
                  <a:pt x="2023715" y="2105235"/>
                  <a:pt x="1910451" y="2205196"/>
                </a:cubicBezTo>
                <a:cubicBezTo>
                  <a:pt x="1789948" y="2311549"/>
                  <a:pt x="1669352" y="2366775"/>
                  <a:pt x="1519442" y="2384330"/>
                </a:cubicBezTo>
                <a:cubicBezTo>
                  <a:pt x="1362632" y="2402698"/>
                  <a:pt x="1185651" y="2378545"/>
                  <a:pt x="998270" y="2352944"/>
                </a:cubicBezTo>
                <a:cubicBezTo>
                  <a:pt x="963720" y="2348202"/>
                  <a:pt x="927987" y="2343340"/>
                  <a:pt x="892026" y="2338680"/>
                </a:cubicBezTo>
                <a:cubicBezTo>
                  <a:pt x="570163" y="2296934"/>
                  <a:pt x="347863" y="2255334"/>
                  <a:pt x="196712" y="2064638"/>
                </a:cubicBezTo>
                <a:cubicBezTo>
                  <a:pt x="-33594" y="1774076"/>
                  <a:pt x="-59958" y="1447611"/>
                  <a:pt x="108612" y="973028"/>
                </a:cubicBezTo>
                <a:cubicBezTo>
                  <a:pt x="130679" y="910916"/>
                  <a:pt x="149396" y="852719"/>
                  <a:pt x="167473" y="796459"/>
                </a:cubicBezTo>
                <a:cubicBezTo>
                  <a:pt x="242457" y="563228"/>
                  <a:pt x="284533" y="445824"/>
                  <a:pt x="420683" y="325664"/>
                </a:cubicBezTo>
                <a:cubicBezTo>
                  <a:pt x="555871" y="206352"/>
                  <a:pt x="712879" y="118097"/>
                  <a:pt x="887296" y="63284"/>
                </a:cubicBezTo>
                <a:cubicBezTo>
                  <a:pt x="1015273" y="23084"/>
                  <a:pt x="1148212" y="1947"/>
                  <a:pt x="1283956" y="129"/>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54" name="Freeform: Shape 38">
            <a:extLst>
              <a:ext uri="{C183D7F6-B498-43B3-948B-1728B52AA6E4}">
                <adec:decorative xmlns:adec="http://schemas.microsoft.com/office/drawing/2017/decorative" val="1"/>
              </a:ext>
            </a:extLst>
          </p:cNvPr>
          <p:cNvSpPr/>
          <p:nvPr/>
        </p:nvSpPr>
        <p:spPr>
          <a:xfrm rot="1841400">
            <a:off x="3631680" y="-428760"/>
            <a:ext cx="958320" cy="928440"/>
          </a:xfrm>
          <a:custGeom>
            <a:avLst/>
            <a:gdLst>
              <a:gd name="textAreaLeft" fmla="*/ 0 w 958320"/>
              <a:gd name="textAreaRight" fmla="*/ 959040 w 958320"/>
              <a:gd name="textAreaTop" fmla="*/ 0 h 928440"/>
              <a:gd name="textAreaBottom" fmla="*/ 929160 h 928440"/>
            </a:gdLst>
            <a:ahLst/>
            <a:cxnLst/>
            <a:rect l="textAreaLeft" t="textAreaTop" r="textAreaRight" b="textAreaBottom"/>
            <a:pathLst>
              <a:path w="2233692" h="2164296">
                <a:moveTo>
                  <a:pt x="1130629" y="117"/>
                </a:moveTo>
                <a:cubicBezTo>
                  <a:pt x="1170474" y="-432"/>
                  <a:pt x="1210592" y="963"/>
                  <a:pt x="1250917" y="4310"/>
                </a:cubicBezTo>
                <a:cubicBezTo>
                  <a:pt x="1409478" y="17443"/>
                  <a:pt x="1566106" y="61809"/>
                  <a:pt x="1703887" y="132705"/>
                </a:cubicBezTo>
                <a:cubicBezTo>
                  <a:pt x="1774679" y="169066"/>
                  <a:pt x="1839627" y="211520"/>
                  <a:pt x="1898308" y="259714"/>
                </a:cubicBezTo>
                <a:cubicBezTo>
                  <a:pt x="1956991" y="307906"/>
                  <a:pt x="2009409" y="361840"/>
                  <a:pt x="2055139" y="421154"/>
                </a:cubicBezTo>
                <a:cubicBezTo>
                  <a:pt x="2141397" y="533028"/>
                  <a:pt x="2197055" y="657522"/>
                  <a:pt x="2220675" y="791167"/>
                </a:cubicBezTo>
                <a:cubicBezTo>
                  <a:pt x="2242774" y="916448"/>
                  <a:pt x="2236710" y="1049596"/>
                  <a:pt x="2202684" y="1186890"/>
                </a:cubicBezTo>
                <a:cubicBezTo>
                  <a:pt x="2150482" y="1397381"/>
                  <a:pt x="2033479" y="1611687"/>
                  <a:pt x="1866035" y="1807489"/>
                </a:cubicBezTo>
                <a:cubicBezTo>
                  <a:pt x="1810219" y="1872757"/>
                  <a:pt x="1748801" y="1935968"/>
                  <a:pt x="1682309" y="1996296"/>
                </a:cubicBezTo>
                <a:cubicBezTo>
                  <a:pt x="1576194" y="2092574"/>
                  <a:pt x="1470001" y="2142568"/>
                  <a:pt x="1337994" y="2158461"/>
                </a:cubicBezTo>
                <a:cubicBezTo>
                  <a:pt x="1199910" y="2175087"/>
                  <a:pt x="1044062" y="2153223"/>
                  <a:pt x="879058" y="2130049"/>
                </a:cubicBezTo>
                <a:cubicBezTo>
                  <a:pt x="848634" y="2125754"/>
                  <a:pt x="817168" y="2121353"/>
                  <a:pt x="785502" y="2117135"/>
                </a:cubicBezTo>
                <a:cubicBezTo>
                  <a:pt x="502076" y="2079344"/>
                  <a:pt x="306322" y="2041683"/>
                  <a:pt x="173222" y="1869052"/>
                </a:cubicBezTo>
                <a:cubicBezTo>
                  <a:pt x="-29583" y="1606017"/>
                  <a:pt x="-52797" y="1310477"/>
                  <a:pt x="95641" y="880852"/>
                </a:cubicBezTo>
                <a:cubicBezTo>
                  <a:pt x="115073" y="824625"/>
                  <a:pt x="131555" y="771941"/>
                  <a:pt x="147474" y="721011"/>
                </a:cubicBezTo>
                <a:cubicBezTo>
                  <a:pt x="213503" y="509874"/>
                  <a:pt x="250554" y="403591"/>
                  <a:pt x="370446" y="294813"/>
                </a:cubicBezTo>
                <a:cubicBezTo>
                  <a:pt x="489490" y="186804"/>
                  <a:pt x="627749" y="106909"/>
                  <a:pt x="781337" y="57290"/>
                </a:cubicBezTo>
                <a:cubicBezTo>
                  <a:pt x="894032" y="20897"/>
                  <a:pt x="1011095" y="1762"/>
                  <a:pt x="1130629" y="117"/>
                </a:cubicBezTo>
                <a:close/>
              </a:path>
            </a:pathLst>
          </a:custGeom>
          <a:blipFill rotWithShape="0">
            <a:blip r:embed="rId6"/>
            <a:srcRect/>
            <a:stretch/>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Meiryo"/>
            </a:endParaRPr>
          </a:p>
        </p:txBody>
      </p:sp>
      <p:sp>
        <p:nvSpPr>
          <p:cNvPr id="55" name="PlaceHolder 1"/>
          <p:cNvSpPr>
            <a:spLocks noGrp="1"/>
          </p:cNvSpPr>
          <p:nvPr>
            <p:ph type="ftr" idx="16"/>
          </p:nvPr>
        </p:nvSpPr>
        <p:spPr>
          <a:xfrm>
            <a:off x="3262320" y="6170400"/>
            <a:ext cx="5666760" cy="456480"/>
          </a:xfrm>
          <a:prstGeom prst="rect">
            <a:avLst/>
          </a:prstGeom>
          <a:noFill/>
          <a:ln w="0">
            <a:noFill/>
          </a:ln>
        </p:spPr>
        <p:txBody>
          <a:bodyPr lIns="109800" tIns="109800" rIns="109800" bIns="91440" anchor="ctr">
            <a:noAutofit/>
          </a:bodyPr>
          <a:lstStyle>
            <a:lvl1pPr indent="0" algn="ctr" defTabSz="914400">
              <a:lnSpc>
                <a:spcPct val="100000"/>
              </a:lnSpc>
              <a:buNone/>
              <a:tabLst>
                <a:tab pos="0" algn="l"/>
              </a:tabLst>
              <a:defRPr lang="en-US" sz="1100" b="0" strike="noStrike" cap="all" spc="-1">
                <a:solidFill>
                  <a:schemeClr val="dk1">
                    <a:lumMod val="75000"/>
                    <a:lumOff val="25000"/>
                  </a:schemeClr>
                </a:solidFill>
                <a:latin typeface="Meiryo"/>
              </a:defRPr>
            </a:lvl1pPr>
          </a:lstStyle>
          <a:p>
            <a:pPr indent="0" algn="ctr" defTabSz="914400">
              <a:lnSpc>
                <a:spcPct val="100000"/>
              </a:lnSpc>
              <a:buNone/>
              <a:tabLst>
                <a:tab pos="0" algn="l"/>
              </a:tabLst>
            </a:pPr>
            <a:r>
              <a:rPr lang="en-US" sz="1100" b="0" strike="noStrike" cap="all" spc="-1">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56" name="PlaceHolder 2"/>
          <p:cNvSpPr>
            <a:spLocks noGrp="1"/>
          </p:cNvSpPr>
          <p:nvPr>
            <p:ph type="sldNum" idx="17"/>
          </p:nvPr>
        </p:nvSpPr>
        <p:spPr>
          <a:xfrm>
            <a:off x="9105840" y="6170400"/>
            <a:ext cx="2404440" cy="456480"/>
          </a:xfrm>
          <a:prstGeom prst="rect">
            <a:avLst/>
          </a:prstGeom>
          <a:noFill/>
          <a:ln w="0">
            <a:noFill/>
          </a:ln>
        </p:spPr>
        <p:txBody>
          <a:bodyPr lIns="109800" tIns="109800" rIns="109800" bIns="91440" anchor="b">
            <a:noAutofit/>
          </a:bodyPr>
          <a:lstStyle>
            <a:lvl1pPr indent="0" algn="r" defTabSz="914400">
              <a:lnSpc>
                <a:spcPct val="100000"/>
              </a:lnSpc>
              <a:buNone/>
              <a:tabLst>
                <a:tab pos="0" algn="l"/>
              </a:tabLst>
              <a:defRPr lang="en-US" sz="1600" b="1" strike="noStrike" spc="-1">
                <a:solidFill>
                  <a:schemeClr val="dk1">
                    <a:lumMod val="75000"/>
                    <a:lumOff val="25000"/>
                  </a:schemeClr>
                </a:solidFill>
                <a:latin typeface="Meiryo"/>
              </a:defRPr>
            </a:lvl1pPr>
          </a:lstStyle>
          <a:p>
            <a:pPr indent="0" algn="r" defTabSz="914400">
              <a:lnSpc>
                <a:spcPct val="100000"/>
              </a:lnSpc>
              <a:buNone/>
              <a:tabLst>
                <a:tab pos="0" algn="l"/>
              </a:tabLst>
            </a:pPr>
            <a:fld id="{6621B9AB-7E5A-484C-873C-645CC2241C4D}" type="slidenum">
              <a:rPr lang="en-US" sz="1600" b="1" strike="noStrike" spc="-1">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57" name="PlaceHolder 3"/>
          <p:cNvSpPr>
            <a:spLocks noGrp="1"/>
          </p:cNvSpPr>
          <p:nvPr>
            <p:ph type="dt" idx="18"/>
          </p:nvPr>
        </p:nvSpPr>
        <p:spPr>
          <a:xfrm>
            <a:off x="681120" y="6170400"/>
            <a:ext cx="2404440" cy="456480"/>
          </a:xfrm>
          <a:prstGeom prst="rect">
            <a:avLst/>
          </a:prstGeom>
          <a:noFill/>
          <a:ln w="0">
            <a:noFill/>
          </a:ln>
        </p:spPr>
        <p:txBody>
          <a:bodyPr lIns="109800" tIns="109800" rIns="109800" bIns="9144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94" name="Straight Connector 8"/>
          <p:cNvCxnSpPr/>
          <p:nvPr/>
        </p:nvCxnSpPr>
        <p:spPr>
          <a:xfrm>
            <a:off x="1920240" y="2175840"/>
            <a:ext cx="8771040" cy="720"/>
          </a:xfrm>
          <a:prstGeom prst="straightConnector1">
            <a:avLst/>
          </a:prstGeom>
          <a:ln w="25400">
            <a:solidFill>
              <a:srgbClr val="808080"/>
            </a:solidFill>
            <a:round/>
          </a:ln>
        </p:spPr>
      </p:cxnSp>
      <p:grpSp>
        <p:nvGrpSpPr>
          <p:cNvPr id="95" name="Group 6"/>
          <p:cNvGrpSpPr/>
          <p:nvPr/>
        </p:nvGrpSpPr>
        <p:grpSpPr>
          <a:xfrm>
            <a:off x="3124440" y="0"/>
            <a:ext cx="4388760" cy="2916360"/>
            <a:chOff x="3124440" y="0"/>
            <a:chExt cx="4388760" cy="2916360"/>
          </a:xfrm>
        </p:grpSpPr>
        <p:sp>
          <p:nvSpPr>
            <p:cNvPr id="96" name="Freeform: Shape 48"/>
            <p:cNvSpPr/>
            <p:nvPr/>
          </p:nvSpPr>
          <p:spPr>
            <a:xfrm>
              <a:off x="3320640" y="0"/>
              <a:ext cx="4012560" cy="2741400"/>
            </a:xfrm>
            <a:custGeom>
              <a:avLst/>
              <a:gdLst>
                <a:gd name="textAreaLeft" fmla="*/ 0 w 4012560"/>
                <a:gd name="textAreaRight" fmla="*/ 4013280 w 4012560"/>
                <a:gd name="textAreaTop" fmla="*/ 0 h 2741400"/>
                <a:gd name="textAreaBottom" fmla="*/ 2742120 h 2741400"/>
              </a:gdLst>
              <a:ahLst/>
              <a:cxnLst/>
              <a:rect l="textAreaLeft" t="textAreaTop" r="textAreaRight" b="textAreaBottom"/>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97" name="Freeform: Shape 49"/>
            <p:cNvSpPr/>
            <p:nvPr/>
          </p:nvSpPr>
          <p:spPr>
            <a:xfrm>
              <a:off x="3566160" y="0"/>
              <a:ext cx="3400560" cy="2439720"/>
            </a:xfrm>
            <a:custGeom>
              <a:avLst/>
              <a:gdLst>
                <a:gd name="textAreaLeft" fmla="*/ 0 w 3400560"/>
                <a:gd name="textAreaRight" fmla="*/ 3401280 w 3400560"/>
                <a:gd name="textAreaTop" fmla="*/ 0 h 2439720"/>
                <a:gd name="textAreaBottom" fmla="*/ 2440440 h 2439720"/>
              </a:gdLst>
              <a:ahLst/>
              <a:cxnLst/>
              <a:rect l="textAreaLeft" t="textAreaTop" r="textAreaRight" b="textAreaBottom"/>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rgbClr val="DDD7C5"/>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98" name="Freeform: Shape 50"/>
            <p:cNvSpPr/>
            <p:nvPr/>
          </p:nvSpPr>
          <p:spPr>
            <a:xfrm>
              <a:off x="3232440" y="0"/>
              <a:ext cx="4163760" cy="2816640"/>
            </a:xfrm>
            <a:custGeom>
              <a:avLst/>
              <a:gdLst>
                <a:gd name="textAreaLeft" fmla="*/ 0 w 4163760"/>
                <a:gd name="textAreaRight" fmla="*/ 4164480 w 4163760"/>
                <a:gd name="textAreaTop" fmla="*/ 0 h 2816640"/>
                <a:gd name="textAreaBottom" fmla="*/ 2817360 h 2816640"/>
              </a:gdLst>
              <a:ahLst/>
              <a:cxnLst/>
              <a:rect l="textAreaLeft" t="textAreaTop" r="textAreaRight" b="textAreaBottom"/>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99" name="Freeform: Shape 51"/>
            <p:cNvSpPr/>
            <p:nvPr/>
          </p:nvSpPr>
          <p:spPr>
            <a:xfrm>
              <a:off x="3124440" y="0"/>
              <a:ext cx="4388760" cy="2916360"/>
            </a:xfrm>
            <a:custGeom>
              <a:avLst/>
              <a:gdLst>
                <a:gd name="textAreaLeft" fmla="*/ 0 w 4388760"/>
                <a:gd name="textAreaRight" fmla="*/ 4389480 w 4388760"/>
                <a:gd name="textAreaTop" fmla="*/ 0 h 2916360"/>
                <a:gd name="textAreaBottom" fmla="*/ 2917080 h 2916360"/>
              </a:gdLst>
              <a:ahLst/>
              <a:cxnLst/>
              <a:rect l="textAreaLeft" t="textAreaTop" r="textAreaRight" b="textAreaBottom"/>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grpSp>
      <p:grpSp>
        <p:nvGrpSpPr>
          <p:cNvPr id="100" name="Group 7"/>
          <p:cNvGrpSpPr/>
          <p:nvPr/>
        </p:nvGrpSpPr>
        <p:grpSpPr>
          <a:xfrm>
            <a:off x="8123040" y="0"/>
            <a:ext cx="4068360" cy="3546360"/>
            <a:chOff x="8123040" y="0"/>
            <a:chExt cx="4068360" cy="3546360"/>
          </a:xfrm>
        </p:grpSpPr>
        <p:sp>
          <p:nvSpPr>
            <p:cNvPr id="101" name="Freeform: Shape 53"/>
            <p:cNvSpPr/>
            <p:nvPr/>
          </p:nvSpPr>
          <p:spPr>
            <a:xfrm>
              <a:off x="8123040" y="0"/>
              <a:ext cx="4068360" cy="3546360"/>
            </a:xfrm>
            <a:custGeom>
              <a:avLst/>
              <a:gdLst>
                <a:gd name="textAreaLeft" fmla="*/ 0 w 4068360"/>
                <a:gd name="textAreaRight" fmla="*/ 4069080 w 4068360"/>
                <a:gd name="textAreaTop" fmla="*/ 0 h 3546360"/>
                <a:gd name="textAreaBottom" fmla="*/ 3547080 h 3546360"/>
              </a:gdLst>
              <a:ahLst/>
              <a:cxnLst/>
              <a:rect l="textAreaLeft" t="textAreaTop" r="textAreaRight" b="textAreaBottom"/>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102" name="Freeform: Shape 54"/>
            <p:cNvSpPr/>
            <p:nvPr/>
          </p:nvSpPr>
          <p:spPr>
            <a:xfrm flipH="1">
              <a:off x="8319240" y="0"/>
              <a:ext cx="3871440" cy="3321000"/>
            </a:xfrm>
            <a:custGeom>
              <a:avLst/>
              <a:gdLst>
                <a:gd name="textAreaLeft" fmla="*/ -360 w 3871440"/>
                <a:gd name="textAreaRight" fmla="*/ 3871800 w 3871440"/>
                <a:gd name="textAreaTop" fmla="*/ 0 h 3321000"/>
                <a:gd name="textAreaBottom" fmla="*/ 3321720 h 3321000"/>
              </a:gdLst>
              <a:ahLst/>
              <a:cxnLst/>
              <a:rect l="textAreaLeft" t="textAreaTop" r="textAreaRight" b="textAreaBottom"/>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Meiryo"/>
              </a:endParaRPr>
            </a:p>
          </p:txBody>
        </p:sp>
        <p:sp>
          <p:nvSpPr>
            <p:cNvPr id="103" name="Freeform: Shape 55"/>
            <p:cNvSpPr/>
            <p:nvPr/>
          </p:nvSpPr>
          <p:spPr>
            <a:xfrm flipH="1">
              <a:off x="8728560" y="9360"/>
              <a:ext cx="3461760" cy="3010320"/>
            </a:xfrm>
            <a:custGeom>
              <a:avLst/>
              <a:gdLst>
                <a:gd name="textAreaLeft" fmla="*/ -360 w 3461760"/>
                <a:gd name="textAreaRight" fmla="*/ 3462120 w 3461760"/>
                <a:gd name="textAreaTop" fmla="*/ 0 h 3010320"/>
                <a:gd name="textAreaBottom" fmla="*/ 3011040 h 3010320"/>
              </a:gdLst>
              <a:ahLst/>
              <a:cxnLst/>
              <a:rect l="textAreaLeft" t="textAreaTop" r="textAreaRight" b="textAreaBottom"/>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rgbClr val="DDD7C5"/>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Meiryo"/>
              </a:endParaRPr>
            </a:p>
          </p:txBody>
        </p:sp>
        <p:sp>
          <p:nvSpPr>
            <p:cNvPr id="104" name="Freeform: Shape 56"/>
            <p:cNvSpPr/>
            <p:nvPr/>
          </p:nvSpPr>
          <p:spPr>
            <a:xfrm flipH="1">
              <a:off x="8242560" y="9360"/>
              <a:ext cx="3947760" cy="3410640"/>
            </a:xfrm>
            <a:custGeom>
              <a:avLst/>
              <a:gdLst>
                <a:gd name="textAreaLeft" fmla="*/ -360 w 3947760"/>
                <a:gd name="textAreaRight" fmla="*/ 3948120 w 3947760"/>
                <a:gd name="textAreaTop" fmla="*/ 0 h 3410640"/>
                <a:gd name="textAreaBottom" fmla="*/ 3411360 h 3410640"/>
              </a:gdLst>
              <a:ahLst/>
              <a:cxnLst/>
              <a:rect l="textAreaLeft" t="textAreaTop" r="textAreaRight" b="textAreaBottom"/>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Meiryo"/>
              </a:endParaRPr>
            </a:p>
          </p:txBody>
        </p:sp>
      </p:grpSp>
      <p:grpSp>
        <p:nvGrpSpPr>
          <p:cNvPr id="105" name="Group 8"/>
          <p:cNvGrpSpPr/>
          <p:nvPr/>
        </p:nvGrpSpPr>
        <p:grpSpPr>
          <a:xfrm>
            <a:off x="0" y="1355400"/>
            <a:ext cx="4380480" cy="5510160"/>
            <a:chOff x="0" y="1355400"/>
            <a:chExt cx="4380480" cy="5510160"/>
          </a:xfrm>
        </p:grpSpPr>
        <p:sp>
          <p:nvSpPr>
            <p:cNvPr id="106" name="Freeform: Shape 58"/>
            <p:cNvSpPr/>
            <p:nvPr/>
          </p:nvSpPr>
          <p:spPr>
            <a:xfrm>
              <a:off x="0" y="1684440"/>
              <a:ext cx="4292640" cy="5180760"/>
            </a:xfrm>
            <a:custGeom>
              <a:avLst/>
              <a:gdLst>
                <a:gd name="textAreaLeft" fmla="*/ 0 w 4292640"/>
                <a:gd name="textAreaRight" fmla="*/ 4293360 w 4292640"/>
                <a:gd name="textAreaTop" fmla="*/ 0 h 5180760"/>
                <a:gd name="textAreaBottom" fmla="*/ 5181480 h 5180760"/>
              </a:gdLst>
              <a:ahLst/>
              <a:cxnLst/>
              <a:rect l="textAreaLeft" t="textAreaTop" r="textAreaRight" b="textAreaBottom"/>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107" name="Freeform: Shape 59"/>
            <p:cNvSpPr/>
            <p:nvPr/>
          </p:nvSpPr>
          <p:spPr>
            <a:xfrm>
              <a:off x="0" y="1355400"/>
              <a:ext cx="4380480" cy="5510160"/>
            </a:xfrm>
            <a:custGeom>
              <a:avLst/>
              <a:gdLst>
                <a:gd name="textAreaLeft" fmla="*/ 0 w 4380480"/>
                <a:gd name="textAreaRight" fmla="*/ 4381200 w 4380480"/>
                <a:gd name="textAreaTop" fmla="*/ 0 h 5510160"/>
                <a:gd name="textAreaBottom" fmla="*/ 5510880 h 5510160"/>
              </a:gdLst>
              <a:ahLst/>
              <a:cxnLst/>
              <a:rect l="textAreaLeft" t="textAreaTop" r="textAreaRight" b="textAreaBottom"/>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108" name="Freeform: Shape 60"/>
            <p:cNvSpPr/>
            <p:nvPr/>
          </p:nvSpPr>
          <p:spPr>
            <a:xfrm>
              <a:off x="0" y="1600920"/>
              <a:ext cx="4143600" cy="5264640"/>
            </a:xfrm>
            <a:custGeom>
              <a:avLst/>
              <a:gdLst>
                <a:gd name="textAreaLeft" fmla="*/ 0 w 4143600"/>
                <a:gd name="textAreaRight" fmla="*/ 4144320 w 4143600"/>
                <a:gd name="textAreaTop" fmla="*/ 0 h 5264640"/>
                <a:gd name="textAreaBottom" fmla="*/ 5265360 h 5264640"/>
              </a:gdLst>
              <a:ahLst/>
              <a:cxnLst/>
              <a:rect l="textAreaLeft" t="textAreaTop" r="textAreaRight" b="textAreaBottom"/>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rgbClr val="DDD7C5"/>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sp>
          <p:nvSpPr>
            <p:cNvPr id="109" name="Freeform: Shape 61"/>
            <p:cNvSpPr/>
            <p:nvPr/>
          </p:nvSpPr>
          <p:spPr>
            <a:xfrm>
              <a:off x="0" y="2155320"/>
              <a:ext cx="3807000" cy="4709880"/>
            </a:xfrm>
            <a:custGeom>
              <a:avLst/>
              <a:gdLst>
                <a:gd name="textAreaLeft" fmla="*/ 0 w 3807000"/>
                <a:gd name="textAreaRight" fmla="*/ 3807720 w 3807000"/>
                <a:gd name="textAreaTop" fmla="*/ 0 h 4709880"/>
                <a:gd name="textAreaBottom" fmla="*/ 4710600 h 4709880"/>
              </a:gdLst>
              <a:ahLst/>
              <a:cxnLst/>
              <a:rect l="textAreaLeft" t="textAreaTop" r="textAreaRight" b="textAreaBottom"/>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rgbClr val="DDD7C5"/>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tabLst>
                  <a:tab pos="0" algn="l"/>
                </a:tabLst>
              </a:pPr>
              <a:endParaRPr lang="en-US" sz="1800" b="0" strike="noStrike" spc="-1">
                <a:solidFill>
                  <a:srgbClr val="FFFFFF"/>
                </a:solidFill>
                <a:latin typeface="Meiryo"/>
              </a:endParaRPr>
            </a:p>
          </p:txBody>
        </p:sp>
      </p:grpSp>
      <p:sp>
        <p:nvSpPr>
          <p:cNvPr id="110" name="PlaceHolder 1"/>
          <p:cNvSpPr>
            <a:spLocks noGrp="1"/>
          </p:cNvSpPr>
          <p:nvPr>
            <p:ph type="ftr" idx="25"/>
          </p:nvPr>
        </p:nvSpPr>
        <p:spPr>
          <a:xfrm>
            <a:off x="4654440" y="6170400"/>
            <a:ext cx="5712480" cy="456480"/>
          </a:xfrm>
          <a:prstGeom prst="rect">
            <a:avLst/>
          </a:prstGeom>
          <a:noFill/>
          <a:ln w="0">
            <a:noFill/>
          </a:ln>
        </p:spPr>
        <p:txBody>
          <a:bodyPr lIns="109800" tIns="109800" rIns="109800" bIns="91440" anchor="ctr">
            <a:noAutofit/>
          </a:bodyPr>
          <a:lstStyle>
            <a:lvl1pPr indent="0" algn="ctr" defTabSz="914400">
              <a:lnSpc>
                <a:spcPct val="100000"/>
              </a:lnSpc>
              <a:buNone/>
              <a:tabLst>
                <a:tab pos="0" algn="l"/>
              </a:tabLst>
              <a:defRPr lang="en-US" sz="1100" b="0" strike="noStrike" spc="145">
                <a:solidFill>
                  <a:schemeClr val="dk1">
                    <a:lumMod val="75000"/>
                    <a:lumOff val="25000"/>
                  </a:schemeClr>
                </a:solidFill>
                <a:latin typeface="Meiryo"/>
              </a:defRPr>
            </a:lvl1pPr>
          </a:lstStyle>
          <a:p>
            <a:pPr indent="0" algn="ctr" defTabSz="914400">
              <a:lnSpc>
                <a:spcPct val="100000"/>
              </a:lnSpc>
              <a:buNone/>
              <a:tabLst>
                <a:tab pos="0" algn="l"/>
              </a:tabLst>
            </a:pPr>
            <a:r>
              <a:rPr lang="en-US" sz="1100" b="0" strike="noStrike" spc="145">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111" name="PlaceHolder 2"/>
          <p:cNvSpPr>
            <a:spLocks noGrp="1"/>
          </p:cNvSpPr>
          <p:nvPr>
            <p:ph type="sldNum" idx="26"/>
          </p:nvPr>
        </p:nvSpPr>
        <p:spPr>
          <a:xfrm>
            <a:off x="10853640" y="6170400"/>
            <a:ext cx="1188000" cy="456480"/>
          </a:xfrm>
          <a:prstGeom prst="rect">
            <a:avLst/>
          </a:prstGeom>
          <a:noFill/>
          <a:ln w="0">
            <a:noFill/>
          </a:ln>
        </p:spPr>
        <p:txBody>
          <a:bodyPr lIns="109800" tIns="109800" rIns="109800" bIns="91440" anchor="b">
            <a:noAutofit/>
          </a:bodyPr>
          <a:lstStyle>
            <a:lvl1pPr indent="0" algn="r" defTabSz="914400">
              <a:lnSpc>
                <a:spcPct val="100000"/>
              </a:lnSpc>
              <a:buNone/>
              <a:tabLst>
                <a:tab pos="0" algn="l"/>
              </a:tabLst>
              <a:defRPr lang="en-US" sz="1600" b="1" strike="noStrike" spc="-1">
                <a:solidFill>
                  <a:schemeClr val="dk1">
                    <a:lumMod val="75000"/>
                    <a:lumOff val="25000"/>
                  </a:schemeClr>
                </a:solidFill>
                <a:latin typeface="Meiryo"/>
              </a:defRPr>
            </a:lvl1pPr>
          </a:lstStyle>
          <a:p>
            <a:pPr indent="0" algn="r" defTabSz="914400">
              <a:lnSpc>
                <a:spcPct val="100000"/>
              </a:lnSpc>
              <a:buNone/>
              <a:tabLst>
                <a:tab pos="0" algn="l"/>
              </a:tabLst>
            </a:pPr>
            <a:fld id="{6BA4AAF4-8B71-409C-86FC-C2A6068D9E64}" type="slidenum">
              <a:rPr lang="en-US" sz="1600" b="1" strike="noStrike" spc="-1">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112" name="PlaceHolder 3"/>
          <p:cNvSpPr>
            <a:spLocks noGrp="1"/>
          </p:cNvSpPr>
          <p:nvPr>
            <p:ph type="dt" idx="27"/>
          </p:nvPr>
        </p:nvSpPr>
        <p:spPr>
          <a:xfrm>
            <a:off x="640080" y="6170400"/>
            <a:ext cx="2839320" cy="456480"/>
          </a:xfrm>
          <a:prstGeom prst="rect">
            <a:avLst/>
          </a:prstGeom>
          <a:noFill/>
          <a:ln w="0">
            <a:noFill/>
          </a:ln>
        </p:spPr>
        <p:txBody>
          <a:bodyPr lIns="109800" tIns="109800" rIns="109800" bIns="9144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13" name="Straight Connector 8"/>
          <p:cNvCxnSpPr/>
          <p:nvPr/>
        </p:nvCxnSpPr>
        <p:spPr>
          <a:xfrm>
            <a:off x="1920240" y="2175840"/>
            <a:ext cx="8771040" cy="720"/>
          </a:xfrm>
          <a:prstGeom prst="straightConnector1">
            <a:avLst/>
          </a:prstGeom>
          <a:ln w="25400">
            <a:solidFill>
              <a:srgbClr val="808080"/>
            </a:solidFill>
            <a:round/>
          </a:ln>
        </p:spPr>
      </p:cxnSp>
      <p:sp>
        <p:nvSpPr>
          <p:cNvPr id="114" name="PlaceHolder 1"/>
          <p:cNvSpPr>
            <a:spLocks noGrp="1"/>
          </p:cNvSpPr>
          <p:nvPr>
            <p:ph type="title"/>
          </p:nvPr>
        </p:nvSpPr>
        <p:spPr>
          <a:xfrm>
            <a:off x="6642000" y="1085400"/>
            <a:ext cx="4854600" cy="280908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115" name="PlaceHolder 2"/>
          <p:cNvSpPr>
            <a:spLocks noGrp="1"/>
          </p:cNvSpPr>
          <p:nvPr>
            <p:ph type="body"/>
          </p:nvPr>
        </p:nvSpPr>
        <p:spPr>
          <a:xfrm>
            <a:off x="6642000" y="4057920"/>
            <a:ext cx="2368800" cy="2186280"/>
          </a:xfrm>
          <a:prstGeom prst="rect">
            <a:avLst/>
          </a:prstGeom>
          <a:noFill/>
          <a:ln w="0">
            <a:noFill/>
          </a:ln>
        </p:spPr>
        <p:txBody>
          <a:bodyPr lIns="0" tIns="0" rIns="0" bIns="0" anchor="t">
            <a:normAutofit fontScale="18333" lnSpcReduction="20000"/>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
        <p:nvSpPr>
          <p:cNvPr id="116" name="PlaceHolder 3"/>
          <p:cNvSpPr>
            <a:spLocks noGrp="1"/>
          </p:cNvSpPr>
          <p:nvPr>
            <p:ph type="body"/>
          </p:nvPr>
        </p:nvSpPr>
        <p:spPr>
          <a:xfrm>
            <a:off x="9129960" y="4057920"/>
            <a:ext cx="2368800" cy="2186280"/>
          </a:xfrm>
          <a:prstGeom prst="rect">
            <a:avLst/>
          </a:prstGeom>
          <a:noFill/>
          <a:ln w="0">
            <a:noFill/>
          </a:ln>
        </p:spPr>
        <p:txBody>
          <a:bodyPr lIns="0" tIns="0" rIns="0" bIns="0" anchor="t">
            <a:normAutofit fontScale="18333" lnSpcReduction="20000"/>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
        <p:nvSpPr>
          <p:cNvPr id="117" name="PlaceHolder 4"/>
          <p:cNvSpPr>
            <a:spLocks noGrp="1"/>
          </p:cNvSpPr>
          <p:nvPr>
            <p:ph type="ftr" idx="28"/>
          </p:nvPr>
        </p:nvSpPr>
        <p:spPr>
          <a:xfrm>
            <a:off x="1920240" y="6170400"/>
            <a:ext cx="5666760" cy="456480"/>
          </a:xfrm>
          <a:prstGeom prst="rect">
            <a:avLst/>
          </a:prstGeom>
          <a:noFill/>
          <a:ln w="0">
            <a:noFill/>
          </a:ln>
        </p:spPr>
        <p:txBody>
          <a:bodyPr lIns="109800" tIns="109800" rIns="109800" bIns="91440" anchor="ctr">
            <a:noAutofit/>
          </a:bodyPr>
          <a:lstStyle>
            <a:lvl1pPr indent="0" algn="ctr" defTabSz="914400">
              <a:lnSpc>
                <a:spcPct val="100000"/>
              </a:lnSpc>
              <a:buNone/>
              <a:tabLst>
                <a:tab pos="0" algn="l"/>
              </a:tabLst>
              <a:defRPr lang="en-US" sz="1100" b="0" strike="noStrike" spc="145">
                <a:solidFill>
                  <a:schemeClr val="dk1">
                    <a:lumMod val="75000"/>
                    <a:lumOff val="25000"/>
                  </a:schemeClr>
                </a:solidFill>
                <a:latin typeface="Meiryo"/>
              </a:defRPr>
            </a:lvl1pPr>
          </a:lstStyle>
          <a:p>
            <a:pPr indent="0" algn="ctr" defTabSz="914400">
              <a:lnSpc>
                <a:spcPct val="100000"/>
              </a:lnSpc>
              <a:buNone/>
              <a:tabLst>
                <a:tab pos="0" algn="l"/>
              </a:tabLst>
            </a:pPr>
            <a:r>
              <a:rPr lang="en-US" sz="1100" b="0" strike="noStrike" spc="145">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118" name="PlaceHolder 5"/>
          <p:cNvSpPr>
            <a:spLocks noGrp="1"/>
          </p:cNvSpPr>
          <p:nvPr>
            <p:ph type="sldNum" idx="29"/>
          </p:nvPr>
        </p:nvSpPr>
        <p:spPr>
          <a:xfrm>
            <a:off x="10853640" y="6170400"/>
            <a:ext cx="1188000" cy="456480"/>
          </a:xfrm>
          <a:prstGeom prst="rect">
            <a:avLst/>
          </a:prstGeom>
          <a:noFill/>
          <a:ln w="0">
            <a:noFill/>
          </a:ln>
        </p:spPr>
        <p:txBody>
          <a:bodyPr lIns="109800" tIns="109800" rIns="109800" bIns="91440" anchor="b">
            <a:noAutofit/>
          </a:bodyPr>
          <a:lstStyle>
            <a:lvl1pPr indent="0" algn="r" defTabSz="914400">
              <a:lnSpc>
                <a:spcPct val="100000"/>
              </a:lnSpc>
              <a:buNone/>
              <a:tabLst>
                <a:tab pos="0" algn="l"/>
              </a:tabLst>
              <a:defRPr lang="en-US" sz="1600" b="1" strike="noStrike" spc="-1">
                <a:solidFill>
                  <a:schemeClr val="dk1">
                    <a:lumMod val="75000"/>
                    <a:lumOff val="25000"/>
                  </a:schemeClr>
                </a:solidFill>
                <a:latin typeface="Meiryo"/>
              </a:defRPr>
            </a:lvl1pPr>
          </a:lstStyle>
          <a:p>
            <a:pPr indent="0" algn="r" defTabSz="914400">
              <a:lnSpc>
                <a:spcPct val="100000"/>
              </a:lnSpc>
              <a:buNone/>
              <a:tabLst>
                <a:tab pos="0" algn="l"/>
              </a:tabLst>
            </a:pPr>
            <a:fld id="{5E806086-A9AC-4462-A58E-723B856FF95B}" type="slidenum">
              <a:rPr lang="en-US" sz="1600" b="1" strike="noStrike" spc="-1">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119" name="PlaceHolder 6"/>
          <p:cNvSpPr>
            <a:spLocks noGrp="1"/>
          </p:cNvSpPr>
          <p:nvPr>
            <p:ph type="dt" idx="30"/>
          </p:nvPr>
        </p:nvSpPr>
        <p:spPr>
          <a:xfrm>
            <a:off x="7850880" y="6170400"/>
            <a:ext cx="2839320" cy="456480"/>
          </a:xfrm>
          <a:prstGeom prst="rect">
            <a:avLst/>
          </a:prstGeom>
          <a:noFill/>
          <a:ln w="0">
            <a:noFill/>
          </a:ln>
        </p:spPr>
        <p:txBody>
          <a:bodyPr lIns="109800" tIns="109800" rIns="109800" bIns="9144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23" name="Straight Connector 8"/>
          <p:cNvCxnSpPr/>
          <p:nvPr/>
        </p:nvCxnSpPr>
        <p:spPr>
          <a:xfrm>
            <a:off x="1920240" y="2175840"/>
            <a:ext cx="8771040" cy="720"/>
          </a:xfrm>
          <a:prstGeom prst="straightConnector1">
            <a:avLst/>
          </a:prstGeom>
          <a:ln w="25400">
            <a:solidFill>
              <a:srgbClr val="808080"/>
            </a:solidFill>
            <a:round/>
          </a:ln>
        </p:spPr>
      </p:cxnSp>
      <p:sp>
        <p:nvSpPr>
          <p:cNvPr id="124" name="PlaceHolder 1"/>
          <p:cNvSpPr>
            <a:spLocks noGrp="1"/>
          </p:cNvSpPr>
          <p:nvPr>
            <p:ph type="ftr" idx="31"/>
          </p:nvPr>
        </p:nvSpPr>
        <p:spPr>
          <a:xfrm>
            <a:off x="1920240" y="6170400"/>
            <a:ext cx="5666760" cy="456480"/>
          </a:xfrm>
          <a:prstGeom prst="rect">
            <a:avLst/>
          </a:prstGeom>
          <a:noFill/>
          <a:ln w="0">
            <a:noFill/>
          </a:ln>
        </p:spPr>
        <p:txBody>
          <a:bodyPr lIns="109800" tIns="109800" rIns="109800" bIns="91440" anchor="ctr">
            <a:noAutofit/>
          </a:bodyPr>
          <a:lstStyle>
            <a:lvl1pPr indent="0" algn="ctr" defTabSz="914400">
              <a:lnSpc>
                <a:spcPct val="100000"/>
              </a:lnSpc>
              <a:buNone/>
              <a:tabLst>
                <a:tab pos="0" algn="l"/>
              </a:tabLst>
              <a:defRPr lang="en-US" sz="1100" b="0" strike="noStrike" spc="145">
                <a:solidFill>
                  <a:schemeClr val="dk1">
                    <a:lumMod val="75000"/>
                    <a:lumOff val="25000"/>
                  </a:schemeClr>
                </a:solidFill>
                <a:latin typeface="Meiryo"/>
              </a:defRPr>
            </a:lvl1pPr>
          </a:lstStyle>
          <a:p>
            <a:pPr indent="0" algn="ctr" defTabSz="914400">
              <a:lnSpc>
                <a:spcPct val="100000"/>
              </a:lnSpc>
              <a:buNone/>
              <a:tabLst>
                <a:tab pos="0" algn="l"/>
              </a:tabLst>
            </a:pPr>
            <a:r>
              <a:rPr lang="en-US" sz="1100" b="0" strike="noStrike" spc="145">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125" name="PlaceHolder 2"/>
          <p:cNvSpPr>
            <a:spLocks noGrp="1"/>
          </p:cNvSpPr>
          <p:nvPr>
            <p:ph type="sldNum" idx="32"/>
          </p:nvPr>
        </p:nvSpPr>
        <p:spPr>
          <a:xfrm>
            <a:off x="10853640" y="6170400"/>
            <a:ext cx="1188000" cy="456480"/>
          </a:xfrm>
          <a:prstGeom prst="rect">
            <a:avLst/>
          </a:prstGeom>
          <a:noFill/>
          <a:ln w="0">
            <a:noFill/>
          </a:ln>
        </p:spPr>
        <p:txBody>
          <a:bodyPr lIns="109800" tIns="109800" rIns="109800" bIns="91440" anchor="b">
            <a:noAutofit/>
          </a:bodyPr>
          <a:lstStyle>
            <a:lvl1pPr indent="0" algn="r" defTabSz="914400">
              <a:lnSpc>
                <a:spcPct val="100000"/>
              </a:lnSpc>
              <a:buNone/>
              <a:tabLst>
                <a:tab pos="0" algn="l"/>
              </a:tabLst>
              <a:defRPr lang="en-US" sz="1600" b="1" strike="noStrike" spc="-1">
                <a:solidFill>
                  <a:schemeClr val="dk1">
                    <a:lumMod val="75000"/>
                    <a:lumOff val="25000"/>
                  </a:schemeClr>
                </a:solidFill>
                <a:latin typeface="Meiryo"/>
              </a:defRPr>
            </a:lvl1pPr>
          </a:lstStyle>
          <a:p>
            <a:pPr indent="0" algn="r" defTabSz="914400">
              <a:lnSpc>
                <a:spcPct val="100000"/>
              </a:lnSpc>
              <a:buNone/>
              <a:tabLst>
                <a:tab pos="0" algn="l"/>
              </a:tabLst>
            </a:pPr>
            <a:fld id="{EB9590FD-F6A4-4B18-9580-11D86B019768}" type="slidenum">
              <a:rPr lang="en-US" sz="1600" b="1" strike="noStrike" spc="-1">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126" name="PlaceHolder 3"/>
          <p:cNvSpPr>
            <a:spLocks noGrp="1"/>
          </p:cNvSpPr>
          <p:nvPr>
            <p:ph type="dt" idx="33"/>
          </p:nvPr>
        </p:nvSpPr>
        <p:spPr>
          <a:xfrm>
            <a:off x="7850880" y="6170400"/>
            <a:ext cx="2839320" cy="456480"/>
          </a:xfrm>
          <a:prstGeom prst="rect">
            <a:avLst/>
          </a:prstGeom>
          <a:noFill/>
          <a:ln w="0">
            <a:noFill/>
          </a:ln>
        </p:spPr>
        <p:txBody>
          <a:bodyPr lIns="109800" tIns="109800" rIns="109800" bIns="9144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40" name="Straight Connector 8"/>
          <p:cNvCxnSpPr/>
          <p:nvPr/>
        </p:nvCxnSpPr>
        <p:spPr>
          <a:xfrm>
            <a:off x="1920240" y="2175840"/>
            <a:ext cx="8771040" cy="720"/>
          </a:xfrm>
          <a:prstGeom prst="straightConnector1">
            <a:avLst/>
          </a:prstGeom>
          <a:ln w="25400">
            <a:solidFill>
              <a:srgbClr val="808080"/>
            </a:solidFill>
            <a:round/>
          </a:ln>
        </p:spPr>
      </p:cxnSp>
      <p:sp>
        <p:nvSpPr>
          <p:cNvPr id="141" name="PlaceHolder 1"/>
          <p:cNvSpPr>
            <a:spLocks noGrp="1"/>
          </p:cNvSpPr>
          <p:nvPr>
            <p:ph type="ftr" idx="40"/>
          </p:nvPr>
        </p:nvSpPr>
        <p:spPr>
          <a:xfrm>
            <a:off x="1280160" y="6170400"/>
            <a:ext cx="6948720" cy="456480"/>
          </a:xfrm>
          <a:prstGeom prst="rect">
            <a:avLst/>
          </a:prstGeom>
          <a:noFill/>
          <a:ln w="0">
            <a:noFill/>
          </a:ln>
        </p:spPr>
        <p:txBody>
          <a:bodyPr lIns="109800" tIns="109800" rIns="109800" bIns="91440" anchor="ctr">
            <a:noAutofit/>
          </a:bodyPr>
          <a:lstStyle>
            <a:lvl1pPr indent="0" algn="ctr" defTabSz="914400">
              <a:lnSpc>
                <a:spcPct val="100000"/>
              </a:lnSpc>
              <a:buNone/>
              <a:tabLst>
                <a:tab pos="0" algn="l"/>
              </a:tabLst>
              <a:defRPr lang="en-US" sz="1100" b="0" strike="noStrike" spc="145">
                <a:solidFill>
                  <a:schemeClr val="dk1">
                    <a:lumMod val="75000"/>
                    <a:lumOff val="25000"/>
                  </a:schemeClr>
                </a:solidFill>
                <a:latin typeface="Meiryo"/>
              </a:defRPr>
            </a:lvl1pPr>
          </a:lstStyle>
          <a:p>
            <a:pPr indent="0" algn="ctr" defTabSz="914400">
              <a:lnSpc>
                <a:spcPct val="100000"/>
              </a:lnSpc>
              <a:buNone/>
              <a:tabLst>
                <a:tab pos="0" algn="l"/>
              </a:tabLst>
            </a:pPr>
            <a:r>
              <a:rPr lang="en-US" sz="1100" b="0" strike="noStrike" spc="145">
                <a:solidFill>
                  <a:schemeClr val="dk1">
                    <a:lumMod val="75000"/>
                    <a:lumOff val="25000"/>
                  </a:schemeClr>
                </a:solidFill>
                <a:latin typeface="Meiryo"/>
              </a:rPr>
              <a:t>&lt;footer&gt;</a:t>
            </a:r>
            <a:endParaRPr lang="en-IN" sz="1100" b="0" strike="noStrike" spc="-1">
              <a:solidFill>
                <a:srgbClr val="000000"/>
              </a:solidFill>
              <a:latin typeface="Times New Roman"/>
            </a:endParaRPr>
          </a:p>
        </p:txBody>
      </p:sp>
      <p:sp>
        <p:nvSpPr>
          <p:cNvPr id="142" name="PlaceHolder 2"/>
          <p:cNvSpPr>
            <a:spLocks noGrp="1"/>
          </p:cNvSpPr>
          <p:nvPr>
            <p:ph type="sldNum" idx="41"/>
          </p:nvPr>
        </p:nvSpPr>
        <p:spPr>
          <a:xfrm>
            <a:off x="10853640" y="6170400"/>
            <a:ext cx="1188000" cy="456480"/>
          </a:xfrm>
          <a:prstGeom prst="rect">
            <a:avLst/>
          </a:prstGeom>
          <a:noFill/>
          <a:ln w="0">
            <a:noFill/>
          </a:ln>
        </p:spPr>
        <p:txBody>
          <a:bodyPr lIns="109800" tIns="109800" rIns="109800" bIns="91440" anchor="b">
            <a:noAutofit/>
          </a:bodyPr>
          <a:lstStyle>
            <a:lvl1pPr indent="0" algn="r" defTabSz="914400">
              <a:lnSpc>
                <a:spcPct val="100000"/>
              </a:lnSpc>
              <a:buNone/>
              <a:tabLst>
                <a:tab pos="0" algn="l"/>
              </a:tabLst>
              <a:defRPr lang="en-US" sz="1600" b="1" strike="noStrike" spc="-1">
                <a:solidFill>
                  <a:schemeClr val="dk1">
                    <a:lumMod val="75000"/>
                    <a:lumOff val="25000"/>
                  </a:schemeClr>
                </a:solidFill>
                <a:latin typeface="Meiryo"/>
              </a:defRPr>
            </a:lvl1pPr>
          </a:lstStyle>
          <a:p>
            <a:pPr indent="0" algn="r" defTabSz="914400">
              <a:lnSpc>
                <a:spcPct val="100000"/>
              </a:lnSpc>
              <a:buNone/>
              <a:tabLst>
                <a:tab pos="0" algn="l"/>
              </a:tabLst>
            </a:pPr>
            <a:fld id="{C4EB224A-E549-4D1B-ABDB-33AEF524FC95}" type="slidenum">
              <a:rPr lang="en-US" sz="1600" b="1" strike="noStrike" spc="-1">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143" name="PlaceHolder 3"/>
          <p:cNvSpPr>
            <a:spLocks noGrp="1"/>
          </p:cNvSpPr>
          <p:nvPr>
            <p:ph type="dt" idx="42"/>
          </p:nvPr>
        </p:nvSpPr>
        <p:spPr>
          <a:xfrm>
            <a:off x="8476560" y="6170400"/>
            <a:ext cx="2213640" cy="456480"/>
          </a:xfrm>
          <a:prstGeom prst="rect">
            <a:avLst/>
          </a:prstGeom>
          <a:noFill/>
          <a:ln w="0">
            <a:noFill/>
          </a:ln>
        </p:spPr>
        <p:txBody>
          <a:bodyPr lIns="109800" tIns="109800" rIns="109800" bIns="9144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cxnSp>
        <p:nvCxnSpPr>
          <p:cNvPr id="144" name="Straight Connector 8"/>
          <p:cNvCxnSpPr/>
          <p:nvPr/>
        </p:nvCxnSpPr>
        <p:spPr>
          <a:xfrm>
            <a:off x="1920240" y="2175840"/>
            <a:ext cx="8771040" cy="720"/>
          </a:xfrm>
          <a:prstGeom prst="straightConnector1">
            <a:avLst/>
          </a:prstGeom>
          <a:ln w="25400">
            <a:solidFill>
              <a:srgbClr val="808080"/>
            </a:solidFill>
            <a:round/>
          </a:ln>
        </p:spPr>
      </p:cxnSp>
      <p:sp>
        <p:nvSpPr>
          <p:cNvPr id="145" name="PlaceHolder 1"/>
          <p:cNvSpPr>
            <a:spLocks noGrp="1"/>
          </p:cNvSpPr>
          <p:nvPr>
            <p:ph type="ftr" idx="43"/>
          </p:nvPr>
        </p:nvSpPr>
        <p:spPr>
          <a:xfrm>
            <a:off x="1280160" y="6170400"/>
            <a:ext cx="6463800" cy="456480"/>
          </a:xfrm>
          <a:prstGeom prst="rect">
            <a:avLst/>
          </a:prstGeom>
          <a:noFill/>
          <a:ln w="0">
            <a:noFill/>
          </a:ln>
        </p:spPr>
        <p:txBody>
          <a:bodyPr lIns="109800" tIns="109800" rIns="109800" bIns="91440" anchor="ctr">
            <a:noAutofit/>
          </a:bodyPr>
          <a:lstStyle>
            <a:lvl1pPr indent="0" algn="ctr" defTabSz="914400">
              <a:lnSpc>
                <a:spcPct val="100000"/>
              </a:lnSpc>
              <a:buNone/>
              <a:tabLst>
                <a:tab pos="0" algn="l"/>
              </a:tabLst>
              <a:defRPr lang="en-US" sz="1100" b="1" strike="noStrike" spc="145">
                <a:solidFill>
                  <a:schemeClr val="dk1"/>
                </a:solidFill>
                <a:latin typeface="Meiryo"/>
              </a:defRPr>
            </a:lvl1pPr>
          </a:lstStyle>
          <a:p>
            <a:pPr indent="0" algn="ctr" defTabSz="914400">
              <a:lnSpc>
                <a:spcPct val="100000"/>
              </a:lnSpc>
              <a:buNone/>
              <a:tabLst>
                <a:tab pos="0" algn="l"/>
              </a:tabLst>
            </a:pPr>
            <a:r>
              <a:rPr lang="en-US" sz="1100" b="1" strike="noStrike" spc="145">
                <a:solidFill>
                  <a:schemeClr val="dk1"/>
                </a:solidFill>
                <a:latin typeface="Meiryo"/>
              </a:rPr>
              <a:t>&lt;footer&gt;</a:t>
            </a:r>
            <a:endParaRPr lang="en-IN" sz="1100" b="0" strike="noStrike" spc="-1">
              <a:solidFill>
                <a:srgbClr val="000000"/>
              </a:solidFill>
              <a:latin typeface="Times New Roman"/>
            </a:endParaRPr>
          </a:p>
        </p:txBody>
      </p:sp>
      <p:sp>
        <p:nvSpPr>
          <p:cNvPr id="146" name="PlaceHolder 2"/>
          <p:cNvSpPr>
            <a:spLocks noGrp="1"/>
          </p:cNvSpPr>
          <p:nvPr>
            <p:ph type="sldNum" idx="44"/>
          </p:nvPr>
        </p:nvSpPr>
        <p:spPr>
          <a:xfrm>
            <a:off x="10853640" y="6170400"/>
            <a:ext cx="1188000" cy="456480"/>
          </a:xfrm>
          <a:prstGeom prst="rect">
            <a:avLst/>
          </a:prstGeom>
          <a:noFill/>
          <a:ln w="0">
            <a:noFill/>
          </a:ln>
        </p:spPr>
        <p:txBody>
          <a:bodyPr lIns="109800" tIns="109800" rIns="109800" bIns="91440" anchor="b">
            <a:noAutofit/>
          </a:bodyPr>
          <a:lstStyle>
            <a:lvl1pPr indent="0" algn="r" defTabSz="914400">
              <a:lnSpc>
                <a:spcPct val="100000"/>
              </a:lnSpc>
              <a:buNone/>
              <a:tabLst>
                <a:tab pos="0" algn="l"/>
              </a:tabLst>
              <a:defRPr lang="en-US" sz="1600" b="1" strike="noStrike" spc="-1">
                <a:solidFill>
                  <a:schemeClr val="dk1">
                    <a:lumMod val="75000"/>
                    <a:lumOff val="25000"/>
                  </a:schemeClr>
                </a:solidFill>
                <a:latin typeface="Meiryo"/>
              </a:defRPr>
            </a:lvl1pPr>
          </a:lstStyle>
          <a:p>
            <a:pPr indent="0" algn="r" defTabSz="914400">
              <a:lnSpc>
                <a:spcPct val="100000"/>
              </a:lnSpc>
              <a:buNone/>
              <a:tabLst>
                <a:tab pos="0" algn="l"/>
              </a:tabLst>
            </a:pPr>
            <a:fld id="{B7BF17A8-1792-4142-902C-AB347A089464}" type="slidenum">
              <a:rPr lang="en-US" sz="1600" b="1" strike="noStrike" spc="-1">
                <a:solidFill>
                  <a:schemeClr val="dk1">
                    <a:lumMod val="75000"/>
                    <a:lumOff val="25000"/>
                  </a:schemeClr>
                </a:solidFill>
                <a:latin typeface="Meiryo"/>
              </a:rPr>
              <a:t>‹#›</a:t>
            </a:fld>
            <a:endParaRPr lang="en-IN" sz="1600" b="0" strike="noStrike" spc="-1">
              <a:solidFill>
                <a:srgbClr val="000000"/>
              </a:solidFill>
              <a:latin typeface="Times New Roman"/>
            </a:endParaRPr>
          </a:p>
        </p:txBody>
      </p:sp>
      <p:sp>
        <p:nvSpPr>
          <p:cNvPr id="147" name="PlaceHolder 3"/>
          <p:cNvSpPr>
            <a:spLocks noGrp="1"/>
          </p:cNvSpPr>
          <p:nvPr>
            <p:ph type="dt" idx="45"/>
          </p:nvPr>
        </p:nvSpPr>
        <p:spPr>
          <a:xfrm>
            <a:off x="8476560" y="6170400"/>
            <a:ext cx="2213640" cy="456480"/>
          </a:xfrm>
          <a:prstGeom prst="rect">
            <a:avLst/>
          </a:prstGeom>
          <a:noFill/>
          <a:ln w="0">
            <a:noFill/>
          </a:ln>
        </p:spPr>
        <p:txBody>
          <a:bodyPr lIns="109800" tIns="109800" rIns="109800" bIns="9144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indent="0">
              <a:buNone/>
            </a:pPr>
            <a:r>
              <a:rPr lang="en-IN" sz="1400" b="0" strike="noStrike" spc="-1">
                <a:solidFill>
                  <a:srgbClr val="000000"/>
                </a:solidFill>
                <a:latin typeface="Times New Roman"/>
              </a:rPr>
              <a:t> </a:t>
            </a: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indent="0" algn="ctr" defTabSz="914400">
              <a:lnSpc>
                <a:spcPct val="100000"/>
              </a:lnSpc>
              <a:buNone/>
              <a:tabLst>
                <a:tab pos="0" algn="l"/>
              </a:tabLst>
            </a:pPr>
            <a:r>
              <a:rPr lang="en-US" sz="1100" b="0" strike="noStrike" spc="145">
                <a:solidFill>
                  <a:schemeClr val="dk1">
                    <a:lumMod val="75000"/>
                    <a:lumOff val="25000"/>
                  </a:schemeClr>
                </a:solidFill>
                <a:latin typeface="Meiryo"/>
              </a:rPr>
              <a:t> </a:t>
            </a:r>
            <a:endParaRPr lang="en-IN" sz="1100" b="0" strike="noStrike" spc="-1">
              <a:solidFill>
                <a:srgbClr val="000000"/>
              </a:solidFill>
              <a:latin typeface="Times New Roman"/>
            </a:endParaRP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pPr indent="0" algn="r" defTabSz="914400">
              <a:lnSpc>
                <a:spcPct val="100000"/>
              </a:lnSpc>
              <a:buNone/>
              <a:tabLst>
                <a:tab pos="0" algn="l"/>
              </a:tabLst>
            </a:pPr>
            <a:fld id="{40924E2C-943D-4A70-ABA1-AC7EDB28F2F4}" type="slidenum">
              <a:rPr lang="en-US" sz="1600" b="1" strike="noStrike" spc="-1" smtClean="0">
                <a:solidFill>
                  <a:schemeClr val="dk1">
                    <a:lumMod val="75000"/>
                    <a:lumOff val="25000"/>
                  </a:schemeClr>
                </a:solidFill>
                <a:latin typeface="Meiryo"/>
              </a:rPr>
              <a:t>‹#›</a:t>
            </a:fld>
            <a:endParaRPr lang="en-IN" sz="1600" b="0" strike="noStrike" spc="-1">
              <a:solidFill>
                <a:srgbClr val="000000"/>
              </a:solidFill>
              <a:latin typeface="Times New Roman"/>
            </a:endParaRPr>
          </a:p>
        </p:txBody>
      </p:sp>
    </p:spTree>
    <p:extLst>
      <p:ext uri="{BB962C8B-B14F-4D97-AF65-F5344CB8AC3E}">
        <p14:creationId xmlns:p14="http://schemas.microsoft.com/office/powerpoint/2010/main" val="402205095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 name="Image 1"/>
          <p:cNvPicPr/>
          <p:nvPr/>
        </p:nvPicPr>
        <p:blipFill>
          <a:blip r:embed="rId3"/>
          <a:stretch/>
        </p:blipFill>
        <p:spPr>
          <a:xfrm>
            <a:off x="1125606" y="172079"/>
            <a:ext cx="2271354" cy="2259621"/>
          </a:xfrm>
          <a:prstGeom prst="rect">
            <a:avLst/>
          </a:prstGeom>
          <a:ln w="0">
            <a:noFill/>
          </a:ln>
        </p:spPr>
      </p:pic>
      <p:sp>
        <p:nvSpPr>
          <p:cNvPr id="155" name="TextBox 2"/>
          <p:cNvSpPr/>
          <p:nvPr/>
        </p:nvSpPr>
        <p:spPr>
          <a:xfrm>
            <a:off x="3520883" y="504498"/>
            <a:ext cx="6093720" cy="1525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6480" indent="-6480" algn="ctr" defTabSz="914400">
              <a:lnSpc>
                <a:spcPct val="115000"/>
              </a:lnSpc>
              <a:spcAft>
                <a:spcPts val="825"/>
              </a:spcAft>
              <a:tabLst>
                <a:tab pos="0" algn="l"/>
              </a:tabLst>
            </a:pPr>
            <a:r>
              <a:rPr lang="en-US" sz="1800" b="1" strike="noStrike" spc="-1" dirty="0">
                <a:solidFill>
                  <a:srgbClr val="000000"/>
                </a:solidFill>
                <a:latin typeface="Times New Roman"/>
                <a:ea typeface="Times New Roman"/>
              </a:rPr>
              <a:t>SRI VENKATAESHWARA COLLEGE OF ENGINEERING AND TECHNOLOGY (AUTONOMOUS)</a:t>
            </a:r>
            <a:endParaRPr lang="en-IN" sz="1800" b="0" strike="noStrike" spc="-1" dirty="0">
              <a:solidFill>
                <a:srgbClr val="000000"/>
              </a:solidFill>
              <a:latin typeface="Arial"/>
            </a:endParaRPr>
          </a:p>
          <a:p>
            <a:pPr marL="6480" indent="-6480" algn="ctr" defTabSz="914400">
              <a:lnSpc>
                <a:spcPct val="115000"/>
              </a:lnSpc>
              <a:spcAft>
                <a:spcPts val="825"/>
              </a:spcAft>
              <a:tabLst>
                <a:tab pos="0" algn="l"/>
              </a:tabLst>
            </a:pPr>
            <a:r>
              <a:rPr lang="en-US" sz="1800" b="1" strike="noStrike" spc="-1" dirty="0">
                <a:solidFill>
                  <a:srgbClr val="000000"/>
                </a:solidFill>
                <a:latin typeface="Times New Roman"/>
                <a:ea typeface="Times New Roman"/>
              </a:rPr>
              <a:t>R.V.S Nagar, Chittoor – 517 127. (A.P)</a:t>
            </a:r>
            <a:endParaRPr lang="en-IN" sz="1800" b="0" strike="noStrike" spc="-1" dirty="0">
              <a:solidFill>
                <a:srgbClr val="000000"/>
              </a:solidFill>
              <a:latin typeface="Arial"/>
            </a:endParaRPr>
          </a:p>
          <a:p>
            <a:pPr marL="6480" indent="-6480" algn="ctr" defTabSz="914400">
              <a:lnSpc>
                <a:spcPct val="115000"/>
              </a:lnSpc>
              <a:spcAft>
                <a:spcPts val="825"/>
              </a:spcAft>
              <a:tabLst>
                <a:tab pos="0" algn="l"/>
              </a:tabLst>
            </a:pPr>
            <a:r>
              <a:rPr lang="en-US" sz="1600" b="1" strike="noStrike" spc="-1" dirty="0">
                <a:solidFill>
                  <a:srgbClr val="000000"/>
                </a:solidFill>
                <a:latin typeface="Times New Roman"/>
                <a:ea typeface="Times New Roman"/>
              </a:rPr>
              <a:t>Department of CSE(AI&amp;ML)</a:t>
            </a:r>
            <a:endParaRPr lang="en-IN" sz="1600" b="0" strike="noStrike" spc="-1" dirty="0">
              <a:solidFill>
                <a:srgbClr val="000000"/>
              </a:solidFill>
              <a:latin typeface="Arial"/>
            </a:endParaRPr>
          </a:p>
        </p:txBody>
      </p:sp>
      <p:sp>
        <p:nvSpPr>
          <p:cNvPr id="156" name="Title 1"/>
          <p:cNvSpPr/>
          <p:nvPr/>
        </p:nvSpPr>
        <p:spPr>
          <a:xfrm>
            <a:off x="680827" y="2171117"/>
            <a:ext cx="10197000" cy="1778040"/>
          </a:xfrm>
          <a:custGeom>
            <a:avLst/>
            <a:gdLst>
              <a:gd name="textAreaLeft" fmla="*/ 0 w 10197000"/>
              <a:gd name="textAreaRight" fmla="*/ 10197720 w 10197000"/>
              <a:gd name="textAreaTop" fmla="*/ 0 h 1778040"/>
              <a:gd name="textAreaBottom" fmla="*/ 1778760 h 1778040"/>
            </a:gdLst>
            <a:ahLst/>
            <a:cxnLst/>
            <a:rect l="textAreaLeft" t="textAreaTop" r="textAreaRight" b="textAreaBottom"/>
            <a:pathLst>
              <a:path w="4453151" h="4028034">
                <a:moveTo>
                  <a:pt x="1904725" y="0"/>
                </a:moveTo>
                <a:cubicBezTo>
                  <a:pt x="2215204" y="0"/>
                  <a:pt x="2529887" y="58226"/>
                  <a:pt x="2839696" y="173112"/>
                </a:cubicBezTo>
                <a:cubicBezTo>
                  <a:pt x="3141383" y="284780"/>
                  <a:pt x="3428543" y="449245"/>
                  <a:pt x="3670313" y="648665"/>
                </a:cubicBezTo>
                <a:cubicBezTo>
                  <a:pt x="3916289" y="851489"/>
                  <a:pt x="4109608" y="1082273"/>
                  <a:pt x="4244827" y="1334400"/>
                </a:cubicBezTo>
                <a:cubicBezTo>
                  <a:pt x="4383010" y="1592136"/>
                  <a:pt x="4453151" y="1860636"/>
                  <a:pt x="4453151" y="2132445"/>
                </a:cubicBezTo>
                <a:cubicBezTo>
                  <a:pt x="4453151" y="2406187"/>
                  <a:pt x="4341249" y="2566053"/>
                  <a:pt x="4108366" y="2873461"/>
                </a:cubicBezTo>
                <a:cubicBezTo>
                  <a:pt x="4052176" y="2947600"/>
                  <a:pt x="3994075" y="3024314"/>
                  <a:pt x="3934636" y="3108662"/>
                </a:cubicBezTo>
                <a:cubicBezTo>
                  <a:pt x="3480433" y="3753096"/>
                  <a:pt x="2992881" y="4028034"/>
                  <a:pt x="2304458" y="4028034"/>
                </a:cubicBezTo>
                <a:cubicBezTo>
                  <a:pt x="1852645" y="4028034"/>
                  <a:pt x="1521143" y="3804056"/>
                  <a:pt x="1066940" y="3462430"/>
                </a:cubicBezTo>
                <a:cubicBezTo>
                  <a:pt x="1016198" y="3424258"/>
                  <a:pt x="965455" y="3386544"/>
                  <a:pt x="916336" y="3350118"/>
                </a:cubicBezTo>
                <a:cubicBezTo>
                  <a:pt x="650103" y="3152447"/>
                  <a:pt x="398681" y="2965721"/>
                  <a:pt x="231353" y="2762989"/>
                </a:cubicBezTo>
                <a:cubicBezTo>
                  <a:pt x="71384" y="2569182"/>
                  <a:pt x="0" y="2374730"/>
                  <a:pt x="0" y="2132445"/>
                </a:cubicBezTo>
                <a:cubicBezTo>
                  <a:pt x="0" y="1525172"/>
                  <a:pt x="184432" y="979159"/>
                  <a:pt x="519376" y="594947"/>
                </a:cubicBezTo>
                <a:cubicBezTo>
                  <a:pt x="683262" y="407026"/>
                  <a:pt x="879831" y="260956"/>
                  <a:pt x="1103636" y="160879"/>
                </a:cubicBezTo>
                <a:cubicBezTo>
                  <a:pt x="1342444" y="54178"/>
                  <a:pt x="1611926" y="0"/>
                  <a:pt x="1904725" y="0"/>
                </a:cubicBezTo>
                <a:close/>
              </a:path>
            </a:pathLst>
          </a:cu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30000"/>
              </a:lnSpc>
            </a:pPr>
            <a:r>
              <a:rPr lang="en-US" sz="2800" b="1" strike="noStrike" spc="145" dirty="0">
                <a:solidFill>
                  <a:schemeClr val="dk1">
                    <a:lumMod val="75000"/>
                    <a:lumOff val="25000"/>
                  </a:schemeClr>
                </a:solidFill>
                <a:latin typeface="Times New Roman"/>
              </a:rPr>
              <a:t>Project Title:</a:t>
            </a:r>
            <a:endParaRPr lang="en-IN" sz="2800" b="0" strike="noStrike" spc="-1" dirty="0">
              <a:solidFill>
                <a:srgbClr val="000000"/>
              </a:solidFill>
              <a:latin typeface="Arial"/>
            </a:endParaRPr>
          </a:p>
          <a:p>
            <a:pPr algn="ctr" defTabSz="914400">
              <a:lnSpc>
                <a:spcPct val="130000"/>
              </a:lnSpc>
            </a:pPr>
            <a:r>
              <a:rPr lang="en-US" sz="2800" b="1" strike="noStrike" spc="145" dirty="0">
                <a:solidFill>
                  <a:schemeClr val="dk1">
                    <a:lumMod val="75000"/>
                    <a:lumOff val="25000"/>
                  </a:schemeClr>
                </a:solidFill>
                <a:latin typeface="Times New Roman"/>
              </a:rPr>
              <a:t>STARTUP FUNDING PREDICTION AND INVESTMENT ANALYTICS</a:t>
            </a:r>
            <a:endParaRPr lang="en-IN" sz="2800" b="0" strike="noStrike" spc="-1" dirty="0">
              <a:solidFill>
                <a:srgbClr val="000000"/>
              </a:solidFill>
              <a:latin typeface="Arial"/>
            </a:endParaRPr>
          </a:p>
        </p:txBody>
      </p:sp>
      <p:sp>
        <p:nvSpPr>
          <p:cNvPr id="157" name="Title 1"/>
          <p:cNvSpPr/>
          <p:nvPr/>
        </p:nvSpPr>
        <p:spPr>
          <a:xfrm>
            <a:off x="1125606" y="4406262"/>
            <a:ext cx="4133880" cy="1947240"/>
          </a:xfrm>
          <a:custGeom>
            <a:avLst/>
            <a:gdLst>
              <a:gd name="textAreaLeft" fmla="*/ 0 w 4133880"/>
              <a:gd name="textAreaRight" fmla="*/ 4134600 w 4133880"/>
              <a:gd name="textAreaTop" fmla="*/ 0 h 1947240"/>
              <a:gd name="textAreaBottom" fmla="*/ 1947960 h 1947240"/>
            </a:gdLst>
            <a:ahLst/>
            <a:cxnLst/>
            <a:rect l="textAreaLeft" t="textAreaTop" r="textAreaRight" b="textAreaBottom"/>
            <a:pathLst>
              <a:path w="4453151" h="4028034">
                <a:moveTo>
                  <a:pt x="1904725" y="0"/>
                </a:moveTo>
                <a:cubicBezTo>
                  <a:pt x="2215204" y="0"/>
                  <a:pt x="2529887" y="58226"/>
                  <a:pt x="2839696" y="173112"/>
                </a:cubicBezTo>
                <a:cubicBezTo>
                  <a:pt x="3141383" y="284780"/>
                  <a:pt x="3428543" y="449245"/>
                  <a:pt x="3670313" y="648665"/>
                </a:cubicBezTo>
                <a:cubicBezTo>
                  <a:pt x="3916289" y="851489"/>
                  <a:pt x="4109608" y="1082273"/>
                  <a:pt x="4244827" y="1334400"/>
                </a:cubicBezTo>
                <a:cubicBezTo>
                  <a:pt x="4383010" y="1592136"/>
                  <a:pt x="4453151" y="1860636"/>
                  <a:pt x="4453151" y="2132445"/>
                </a:cubicBezTo>
                <a:cubicBezTo>
                  <a:pt x="4453151" y="2406187"/>
                  <a:pt x="4341249" y="2566053"/>
                  <a:pt x="4108366" y="2873461"/>
                </a:cubicBezTo>
                <a:cubicBezTo>
                  <a:pt x="4052176" y="2947600"/>
                  <a:pt x="3994075" y="3024314"/>
                  <a:pt x="3934636" y="3108662"/>
                </a:cubicBezTo>
                <a:cubicBezTo>
                  <a:pt x="3480433" y="3753096"/>
                  <a:pt x="2992881" y="4028034"/>
                  <a:pt x="2304458" y="4028034"/>
                </a:cubicBezTo>
                <a:cubicBezTo>
                  <a:pt x="1852645" y="4028034"/>
                  <a:pt x="1521143" y="3804056"/>
                  <a:pt x="1066940" y="3462430"/>
                </a:cubicBezTo>
                <a:cubicBezTo>
                  <a:pt x="1016198" y="3424258"/>
                  <a:pt x="965455" y="3386544"/>
                  <a:pt x="916336" y="3350118"/>
                </a:cubicBezTo>
                <a:cubicBezTo>
                  <a:pt x="650103" y="3152447"/>
                  <a:pt x="398681" y="2965721"/>
                  <a:pt x="231353" y="2762989"/>
                </a:cubicBezTo>
                <a:cubicBezTo>
                  <a:pt x="71384" y="2569182"/>
                  <a:pt x="0" y="2374730"/>
                  <a:pt x="0" y="2132445"/>
                </a:cubicBezTo>
                <a:cubicBezTo>
                  <a:pt x="0" y="1525172"/>
                  <a:pt x="184432" y="979159"/>
                  <a:pt x="519376" y="594947"/>
                </a:cubicBezTo>
                <a:cubicBezTo>
                  <a:pt x="683262" y="407026"/>
                  <a:pt x="879831" y="260956"/>
                  <a:pt x="1103636" y="160879"/>
                </a:cubicBezTo>
                <a:cubicBezTo>
                  <a:pt x="1342444" y="54178"/>
                  <a:pt x="1611926" y="0"/>
                  <a:pt x="1904725" y="0"/>
                </a:cubicBezTo>
                <a:close/>
              </a:path>
            </a:pathLst>
          </a:cu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0000"/>
              </a:lnSpc>
            </a:pPr>
            <a:r>
              <a:rPr lang="en-US" sz="1400" b="1" strike="noStrike" spc="145" dirty="0">
                <a:solidFill>
                  <a:schemeClr val="dk1">
                    <a:lumMod val="75000"/>
                    <a:lumOff val="25000"/>
                  </a:schemeClr>
                </a:solidFill>
                <a:latin typeface="Times New Roman"/>
              </a:rPr>
              <a:t>TEAM MEMBERS:</a:t>
            </a:r>
            <a:endParaRPr lang="en-IN" sz="1400" b="0" strike="noStrike" spc="-1" dirty="0">
              <a:solidFill>
                <a:srgbClr val="000000"/>
              </a:solidFill>
              <a:latin typeface="Arial"/>
            </a:endParaRPr>
          </a:p>
          <a:p>
            <a:pPr marL="343080" indent="-343080" defTabSz="914400">
              <a:lnSpc>
                <a:spcPct val="130000"/>
              </a:lnSpc>
              <a:buClr>
                <a:srgbClr val="404040"/>
              </a:buClr>
              <a:buFont typeface="OpenSymbol"/>
              <a:buAutoNum type="arabicPeriod"/>
            </a:pPr>
            <a:r>
              <a:rPr lang="en-US" sz="1400" b="0" strike="noStrike" spc="145" dirty="0">
                <a:solidFill>
                  <a:schemeClr val="dk1">
                    <a:lumMod val="75000"/>
                    <a:lumOff val="25000"/>
                  </a:schemeClr>
                </a:solidFill>
                <a:latin typeface="Times New Roman"/>
              </a:rPr>
              <a:t>R.MAHENDRA BABU(22781A33A7)</a:t>
            </a:r>
            <a:endParaRPr lang="en-IN" sz="1400" b="0" strike="noStrike" spc="-1" dirty="0">
              <a:solidFill>
                <a:srgbClr val="000000"/>
              </a:solidFill>
              <a:latin typeface="Arial"/>
            </a:endParaRPr>
          </a:p>
          <a:p>
            <a:pPr marL="343080" indent="-343080" defTabSz="914400">
              <a:lnSpc>
                <a:spcPct val="130000"/>
              </a:lnSpc>
              <a:buClr>
                <a:srgbClr val="404040"/>
              </a:buClr>
              <a:buFont typeface="OpenSymbol"/>
              <a:buAutoNum type="arabicPeriod"/>
            </a:pPr>
            <a:r>
              <a:rPr lang="en-US" sz="1400" b="0" strike="noStrike" spc="145" dirty="0">
                <a:solidFill>
                  <a:schemeClr val="dk1">
                    <a:lumMod val="75000"/>
                    <a:lumOff val="25000"/>
                  </a:schemeClr>
                </a:solidFill>
                <a:latin typeface="Times New Roman"/>
              </a:rPr>
              <a:t>P.REDDY HARISH(22781A33A6)</a:t>
            </a:r>
            <a:endParaRPr lang="en-IN" sz="1400" b="0" strike="noStrike" spc="-1" dirty="0">
              <a:solidFill>
                <a:srgbClr val="000000"/>
              </a:solidFill>
              <a:latin typeface="Arial"/>
            </a:endParaRPr>
          </a:p>
          <a:p>
            <a:pPr marL="343080" indent="-343080" defTabSz="914400">
              <a:lnSpc>
                <a:spcPct val="130000"/>
              </a:lnSpc>
              <a:buClr>
                <a:srgbClr val="404040"/>
              </a:buClr>
              <a:buFont typeface="OpenSymbol"/>
              <a:buAutoNum type="arabicPeriod"/>
            </a:pPr>
            <a:r>
              <a:rPr lang="en-US" sz="1400" b="0" strike="noStrike" spc="145" dirty="0">
                <a:solidFill>
                  <a:schemeClr val="dk1">
                    <a:lumMod val="75000"/>
                    <a:lumOff val="25000"/>
                  </a:schemeClr>
                </a:solidFill>
                <a:latin typeface="Times New Roman"/>
              </a:rPr>
              <a:t>S.BHAVYA SREE(22781A33C2)</a:t>
            </a:r>
            <a:endParaRPr lang="en-IN" sz="1400" b="0" strike="noStrike" spc="-1" dirty="0">
              <a:solidFill>
                <a:srgbClr val="000000"/>
              </a:solidFill>
              <a:latin typeface="Arial"/>
            </a:endParaRPr>
          </a:p>
          <a:p>
            <a:pPr marL="343080" indent="-343080" defTabSz="914400">
              <a:lnSpc>
                <a:spcPct val="130000"/>
              </a:lnSpc>
              <a:buClr>
                <a:srgbClr val="404040"/>
              </a:buClr>
              <a:buFont typeface="OpenSymbol"/>
              <a:buAutoNum type="arabicPeriod"/>
            </a:pPr>
            <a:r>
              <a:rPr lang="en-US" sz="1400" b="0" strike="noStrike" spc="145" dirty="0">
                <a:solidFill>
                  <a:schemeClr val="dk1">
                    <a:lumMod val="75000"/>
                    <a:lumOff val="25000"/>
                  </a:schemeClr>
                </a:solidFill>
                <a:latin typeface="Times New Roman"/>
              </a:rPr>
              <a:t>K.MANOHAR(23785A3308)</a:t>
            </a:r>
            <a:br>
              <a:rPr sz="1400" dirty="0"/>
            </a:br>
            <a:r>
              <a:rPr lang="en-US" sz="1400" b="0" strike="noStrike" spc="145" dirty="0">
                <a:solidFill>
                  <a:schemeClr val="dk1">
                    <a:lumMod val="75000"/>
                    <a:lumOff val="25000"/>
                  </a:schemeClr>
                </a:solidFill>
                <a:latin typeface="Times New Roman"/>
              </a:rPr>
              <a:t> </a:t>
            </a:r>
            <a:endParaRPr lang="en-IN" sz="1400" b="0" strike="noStrike" spc="-1" dirty="0">
              <a:solidFill>
                <a:srgbClr val="000000"/>
              </a:solidFill>
              <a:latin typeface="Arial"/>
            </a:endParaRPr>
          </a:p>
        </p:txBody>
      </p:sp>
      <p:sp>
        <p:nvSpPr>
          <p:cNvPr id="158" name="Title 1"/>
          <p:cNvSpPr/>
          <p:nvPr/>
        </p:nvSpPr>
        <p:spPr>
          <a:xfrm>
            <a:off x="7114233" y="4476600"/>
            <a:ext cx="2773345" cy="1641960"/>
          </a:xfrm>
          <a:custGeom>
            <a:avLst/>
            <a:gdLst>
              <a:gd name="textAreaLeft" fmla="*/ 0 w 3348720"/>
              <a:gd name="textAreaRight" fmla="*/ 3349440 w 3348720"/>
              <a:gd name="textAreaTop" fmla="*/ 0 h 1641960"/>
              <a:gd name="textAreaBottom" fmla="*/ 1642680 h 1641960"/>
            </a:gdLst>
            <a:ahLst/>
            <a:cxnLst/>
            <a:rect l="textAreaLeft" t="textAreaTop" r="textAreaRight" b="textAreaBottom"/>
            <a:pathLst>
              <a:path w="4453151" h="4028034">
                <a:moveTo>
                  <a:pt x="1904725" y="0"/>
                </a:moveTo>
                <a:cubicBezTo>
                  <a:pt x="2215204" y="0"/>
                  <a:pt x="2529887" y="58226"/>
                  <a:pt x="2839696" y="173112"/>
                </a:cubicBezTo>
                <a:cubicBezTo>
                  <a:pt x="3141383" y="284780"/>
                  <a:pt x="3428543" y="449245"/>
                  <a:pt x="3670313" y="648665"/>
                </a:cubicBezTo>
                <a:cubicBezTo>
                  <a:pt x="3916289" y="851489"/>
                  <a:pt x="4109608" y="1082273"/>
                  <a:pt x="4244827" y="1334400"/>
                </a:cubicBezTo>
                <a:cubicBezTo>
                  <a:pt x="4383010" y="1592136"/>
                  <a:pt x="4453151" y="1860636"/>
                  <a:pt x="4453151" y="2132445"/>
                </a:cubicBezTo>
                <a:cubicBezTo>
                  <a:pt x="4453151" y="2406187"/>
                  <a:pt x="4341249" y="2566053"/>
                  <a:pt x="4108366" y="2873461"/>
                </a:cubicBezTo>
                <a:cubicBezTo>
                  <a:pt x="4052176" y="2947600"/>
                  <a:pt x="3994075" y="3024314"/>
                  <a:pt x="3934636" y="3108662"/>
                </a:cubicBezTo>
                <a:cubicBezTo>
                  <a:pt x="3480433" y="3753096"/>
                  <a:pt x="2992881" y="4028034"/>
                  <a:pt x="2304458" y="4028034"/>
                </a:cubicBezTo>
                <a:cubicBezTo>
                  <a:pt x="1852645" y="4028034"/>
                  <a:pt x="1521143" y="3804056"/>
                  <a:pt x="1066940" y="3462430"/>
                </a:cubicBezTo>
                <a:cubicBezTo>
                  <a:pt x="1016198" y="3424258"/>
                  <a:pt x="965455" y="3386544"/>
                  <a:pt x="916336" y="3350118"/>
                </a:cubicBezTo>
                <a:cubicBezTo>
                  <a:pt x="650103" y="3152447"/>
                  <a:pt x="398681" y="2965721"/>
                  <a:pt x="231353" y="2762989"/>
                </a:cubicBezTo>
                <a:cubicBezTo>
                  <a:pt x="71384" y="2569182"/>
                  <a:pt x="0" y="2374730"/>
                  <a:pt x="0" y="2132445"/>
                </a:cubicBezTo>
                <a:cubicBezTo>
                  <a:pt x="0" y="1525172"/>
                  <a:pt x="184432" y="979159"/>
                  <a:pt x="519376" y="594947"/>
                </a:cubicBezTo>
                <a:cubicBezTo>
                  <a:pt x="683262" y="407026"/>
                  <a:pt x="879831" y="260956"/>
                  <a:pt x="1103636" y="160879"/>
                </a:cubicBezTo>
                <a:cubicBezTo>
                  <a:pt x="1342444" y="54178"/>
                  <a:pt x="1611926" y="0"/>
                  <a:pt x="1904725" y="0"/>
                </a:cubicBezTo>
                <a:close/>
              </a:path>
            </a:pathLst>
          </a:cu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0000"/>
              </a:lnSpc>
            </a:pPr>
            <a:r>
              <a:rPr lang="en-US" sz="1600" b="1" strike="noStrike" spc="145" dirty="0">
                <a:solidFill>
                  <a:schemeClr val="dk1">
                    <a:lumMod val="75000"/>
                    <a:lumOff val="25000"/>
                  </a:schemeClr>
                </a:solidFill>
                <a:latin typeface="Times New Roman"/>
              </a:rPr>
              <a:t>Guide:</a:t>
            </a:r>
            <a:endParaRPr lang="en-IN" sz="1600" b="0" strike="noStrike" spc="-1" dirty="0">
              <a:solidFill>
                <a:srgbClr val="000000"/>
              </a:solidFill>
              <a:latin typeface="Arial"/>
            </a:endParaRPr>
          </a:p>
          <a:p>
            <a:pPr defTabSz="914400">
              <a:lnSpc>
                <a:spcPct val="130000"/>
              </a:lnSpc>
            </a:pPr>
            <a:r>
              <a:rPr lang="en-US" sz="1600" b="0" strike="noStrike" spc="145" dirty="0">
                <a:solidFill>
                  <a:srgbClr val="000000"/>
                </a:solidFill>
                <a:latin typeface="Times New Roman"/>
                <a:ea typeface="Times New Roman"/>
              </a:rPr>
              <a:t>   K.ANJANEYULU</a:t>
            </a:r>
            <a:endParaRPr lang="en-IN" sz="1600" b="0" strike="noStrike" spc="-1"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idx="4294967295"/>
          </p:nvPr>
        </p:nvSpPr>
        <p:spPr>
          <a:xfrm>
            <a:off x="693336" y="0"/>
            <a:ext cx="6900863" cy="1036638"/>
          </a:xfrm>
          <a:prstGeom prst="rect">
            <a:avLst/>
          </a:prstGeom>
          <a:noFill/>
          <a:ln w="0">
            <a:noFill/>
          </a:ln>
        </p:spPr>
        <p:txBody>
          <a:bodyPr lIns="109800" tIns="109800" rIns="109800" bIns="91440" anchor="b">
            <a:noAutofit/>
          </a:bodyPr>
          <a:lstStyle/>
          <a:p>
            <a:pPr indent="0" defTabSz="914400">
              <a:lnSpc>
                <a:spcPct val="100000"/>
              </a:lnSpc>
              <a:buNone/>
              <a:tabLst>
                <a:tab pos="0" algn="l"/>
              </a:tabLst>
            </a:pPr>
            <a:r>
              <a:rPr lang="en-US" sz="3200" b="1" strike="noStrike" spc="145" dirty="0">
                <a:solidFill>
                  <a:schemeClr val="dk1">
                    <a:lumMod val="75000"/>
                    <a:lumOff val="25000"/>
                  </a:schemeClr>
                </a:solidFill>
                <a:latin typeface="Times New Roman"/>
              </a:rPr>
              <a:t>AGENDA</a:t>
            </a:r>
            <a:endParaRPr lang="en-IN" sz="3200" b="0" strike="noStrike" spc="-1" dirty="0">
              <a:solidFill>
                <a:srgbClr val="000000"/>
              </a:solidFill>
              <a:latin typeface="Arial"/>
            </a:endParaRPr>
          </a:p>
        </p:txBody>
      </p:sp>
      <p:sp>
        <p:nvSpPr>
          <p:cNvPr id="160" name="PlaceHolder 2"/>
          <p:cNvSpPr>
            <a:spLocks noGrp="1"/>
          </p:cNvSpPr>
          <p:nvPr>
            <p:ph idx="4294967295"/>
          </p:nvPr>
        </p:nvSpPr>
        <p:spPr>
          <a:xfrm>
            <a:off x="773723" y="1287410"/>
            <a:ext cx="5414963" cy="5165725"/>
          </a:xfrm>
          <a:prstGeom prst="rect">
            <a:avLst/>
          </a:prstGeom>
          <a:noFill/>
          <a:ln w="0">
            <a:noFill/>
          </a:ln>
        </p:spPr>
        <p:txBody>
          <a:bodyPr lIns="109800" tIns="109800" rIns="109800" bIns="91440" anchor="t">
            <a:normAutofit fontScale="87222"/>
          </a:bodyPr>
          <a:lstStyle/>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INTRODUCTION</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ABSTRACT</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LITERATURE SURVEY</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EXISTING SYSTEM</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DRAWBACKS IN EXISTING SYSTEM</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PROPOSED SYSTEM</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MODULE &amp; MODULE DESCRIPTION</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FUTURE SCOPE</a:t>
            </a:r>
            <a:endParaRPr lang="en-IN" sz="2000" b="0" strike="noStrike" spc="-1" dirty="0">
              <a:solidFill>
                <a:srgbClr val="000000"/>
              </a:solidFill>
              <a:latin typeface="Arial"/>
            </a:endParaRPr>
          </a:p>
          <a:p>
            <a:pPr marL="457200" indent="-457200" defTabSz="914400">
              <a:lnSpc>
                <a:spcPct val="170000"/>
              </a:lnSpc>
              <a:spcBef>
                <a:spcPts val="930"/>
              </a:spcBef>
              <a:buClr>
                <a:srgbClr val="404040"/>
              </a:buClr>
              <a:buFont typeface="Meiryo"/>
              <a:buAutoNum type="arabicPeriod"/>
            </a:pPr>
            <a:r>
              <a:rPr lang="en-US" sz="2000" b="0" strike="noStrike" spc="145" dirty="0">
                <a:solidFill>
                  <a:schemeClr val="dk1">
                    <a:lumMod val="75000"/>
                    <a:lumOff val="25000"/>
                  </a:schemeClr>
                </a:solidFill>
                <a:latin typeface="Times New Roman"/>
                <a:ea typeface="Calibri"/>
              </a:rPr>
              <a:t>CONCLUSION </a:t>
            </a:r>
            <a:endParaRPr lang="en-IN" sz="2000" b="0" strike="noStrike"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p:cNvSpPr>
          <p:nvPr>
            <p:ph type="title" idx="4294967295"/>
          </p:nvPr>
        </p:nvSpPr>
        <p:spPr>
          <a:xfrm>
            <a:off x="381837" y="301485"/>
            <a:ext cx="6900863" cy="1036638"/>
          </a:xfrm>
          <a:prstGeom prst="rect">
            <a:avLst/>
          </a:prstGeom>
          <a:noFill/>
          <a:ln w="0">
            <a:noFill/>
          </a:ln>
        </p:spPr>
        <p:txBody>
          <a:bodyPr lIns="109800" tIns="109800" rIns="109800" bIns="91440" anchor="b">
            <a:noAutofit/>
          </a:bodyPr>
          <a:lstStyle/>
          <a:p>
            <a:pPr indent="0" defTabSz="914400">
              <a:lnSpc>
                <a:spcPct val="100000"/>
              </a:lnSpc>
              <a:buNone/>
              <a:tabLst>
                <a:tab pos="0" algn="l"/>
              </a:tabLst>
            </a:pPr>
            <a:r>
              <a:rPr lang="en-IN" sz="3200" b="1" strike="noStrike" spc="145" dirty="0">
                <a:solidFill>
                  <a:schemeClr val="dk1">
                    <a:lumMod val="75000"/>
                    <a:lumOff val="25000"/>
                  </a:schemeClr>
                </a:solidFill>
                <a:latin typeface="Times New Roman"/>
              </a:rPr>
              <a:t>1. INTRODUCTION</a:t>
            </a:r>
            <a:endParaRPr lang="en-IN" sz="3200" b="0" strike="noStrike" spc="-1" dirty="0">
              <a:solidFill>
                <a:srgbClr val="000000"/>
              </a:solidFill>
              <a:latin typeface="Arial"/>
            </a:endParaRPr>
          </a:p>
        </p:txBody>
      </p:sp>
      <p:sp>
        <p:nvSpPr>
          <p:cNvPr id="162" name="Rectangle 1"/>
          <p:cNvSpPr/>
          <p:nvPr/>
        </p:nvSpPr>
        <p:spPr>
          <a:xfrm>
            <a:off x="381837" y="867012"/>
            <a:ext cx="9732960" cy="56308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spAutoFit/>
          </a:bodyPr>
          <a:lstStyle/>
          <a:p>
            <a:pPr defTabSz="914400">
              <a:lnSpc>
                <a:spcPct val="100000"/>
              </a:lnSpc>
            </a:pPr>
            <a:endParaRPr lang="en-IN" sz="2400" b="0" strike="noStrike" spc="-1" dirty="0">
              <a:solidFill>
                <a:srgbClr val="000000"/>
              </a:solidFill>
              <a:latin typeface="Arial"/>
            </a:endParaRPr>
          </a:p>
          <a:p>
            <a:pPr defTabSz="914400">
              <a:lnSpc>
                <a:spcPct val="100000"/>
              </a:lnSpc>
            </a:pPr>
            <a:endParaRPr lang="en-IN" sz="2400" b="0" strike="noStrike" spc="-1" dirty="0">
              <a:solidFill>
                <a:srgbClr val="000000"/>
              </a:solidFill>
              <a:latin typeface="Arial"/>
            </a:endParaRPr>
          </a:p>
          <a:p>
            <a:pPr defTabSz="914400">
              <a:lnSpc>
                <a:spcPct val="100000"/>
              </a:lnSpc>
            </a:pPr>
            <a:r>
              <a:rPr lang="en-US" sz="2400" b="0" strike="noStrike" spc="-1" dirty="0">
                <a:solidFill>
                  <a:schemeClr val="dk1"/>
                </a:solidFill>
                <a:latin typeface="Times New Roman"/>
              </a:rPr>
              <a:t>The startup ecosystem has become a major driver of economic growth, innovation, and employment generation. With thousands of startups emerging every year, investors face significant challenges in identifying ventures that have high growth potential. Startup funding decisions are often influenced by intuition, past experience, or limited analysis rather than data-driven insights.</a:t>
            </a:r>
            <a:endParaRPr lang="en-IN" sz="2400" b="0" strike="noStrike" spc="-1" dirty="0">
              <a:solidFill>
                <a:srgbClr val="000000"/>
              </a:solidFill>
              <a:latin typeface="Arial"/>
            </a:endParaRPr>
          </a:p>
          <a:p>
            <a:pPr defTabSz="914400">
              <a:lnSpc>
                <a:spcPct val="100000"/>
              </a:lnSpc>
            </a:pPr>
            <a:endParaRPr lang="en-IN" sz="2400" b="0" strike="noStrike" spc="-1" dirty="0">
              <a:solidFill>
                <a:srgbClr val="000000"/>
              </a:solidFill>
              <a:latin typeface="Arial"/>
            </a:endParaRPr>
          </a:p>
          <a:p>
            <a:pPr defTabSz="914400">
              <a:lnSpc>
                <a:spcPct val="100000"/>
              </a:lnSpc>
            </a:pPr>
            <a:r>
              <a:rPr lang="en-US" sz="2400" b="0" strike="noStrike" spc="-1" dirty="0">
                <a:solidFill>
                  <a:schemeClr val="dk1"/>
                </a:solidFill>
                <a:latin typeface="Times New Roman"/>
              </a:rPr>
              <a:t>Many startups fail due to improper funding strategies, wrong timing, or lack of investor confidence. At the same time, investors risk financial losses when funding decisions are made without reliable prediction models. Therefore, there is a growing need for an intelligent system that can analyze historical startup data, identify key success factors, and predict funding outcomes accurately. This project aims to address these challenges using machine learning and data analytics.</a:t>
            </a:r>
            <a:endParaRPr lang="en-IN" sz="2400" b="0" strike="noStrike" spc="-1" dirty="0">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p:cNvSpPr>
          <p:nvPr>
            <p:ph type="title" idx="4294967295"/>
          </p:nvPr>
        </p:nvSpPr>
        <p:spPr>
          <a:xfrm>
            <a:off x="1155560" y="489931"/>
            <a:ext cx="3587750" cy="814388"/>
          </a:xfrm>
          <a:prstGeom prst="rect">
            <a:avLst/>
          </a:prstGeom>
          <a:noFill/>
          <a:ln w="0">
            <a:noFill/>
          </a:ln>
        </p:spPr>
        <p:txBody>
          <a:bodyPr lIns="109800" tIns="109800" rIns="109800" bIns="91440" anchor="b">
            <a:normAutofit/>
          </a:bodyPr>
          <a:lstStyle/>
          <a:p>
            <a:pPr indent="0" defTabSz="914400">
              <a:lnSpc>
                <a:spcPct val="100000"/>
              </a:lnSpc>
              <a:buNone/>
              <a:tabLst>
                <a:tab pos="0" algn="l"/>
              </a:tabLst>
            </a:pPr>
            <a:r>
              <a:rPr lang="en-IN" sz="3200" b="1" strike="noStrike" spc="145" dirty="0">
                <a:solidFill>
                  <a:schemeClr val="dk1">
                    <a:lumMod val="75000"/>
                    <a:lumOff val="25000"/>
                  </a:schemeClr>
                </a:solidFill>
                <a:latin typeface="Times New Roman"/>
              </a:rPr>
              <a:t>2. ABSTRACT</a:t>
            </a:r>
            <a:endParaRPr lang="en-IN" sz="3200" b="0" strike="noStrike" spc="-1" dirty="0">
              <a:solidFill>
                <a:srgbClr val="000000"/>
              </a:solidFill>
              <a:latin typeface="Arial"/>
            </a:endParaRPr>
          </a:p>
        </p:txBody>
      </p:sp>
      <p:sp>
        <p:nvSpPr>
          <p:cNvPr id="164" name="Rectangle 163"/>
          <p:cNvSpPr/>
          <p:nvPr/>
        </p:nvSpPr>
        <p:spPr>
          <a:xfrm>
            <a:off x="608323" y="1791237"/>
            <a:ext cx="9105547" cy="327552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IN" sz="2400" b="0" strike="noStrike" spc="-1" dirty="0">
                <a:solidFill>
                  <a:srgbClr val="000000"/>
                </a:solidFill>
                <a:latin typeface="Arial"/>
              </a:rPr>
              <a:t>This project proposes a machine learning–based system for predicting startup funding success and </a:t>
            </a:r>
            <a:r>
              <a:rPr lang="en-IN" sz="2400" b="0" strike="noStrike" spc="-1" dirty="0" err="1">
                <a:solidFill>
                  <a:srgbClr val="000000"/>
                </a:solidFill>
                <a:latin typeface="Arial"/>
              </a:rPr>
              <a:t>analyzing</a:t>
            </a:r>
            <a:r>
              <a:rPr lang="en-IN" sz="2400" b="0" strike="noStrike" spc="-1" dirty="0">
                <a:solidFill>
                  <a:srgbClr val="000000"/>
                </a:solidFill>
                <a:latin typeface="Arial"/>
              </a:rPr>
              <a:t> investment patterns. By leveraging historical startup data such as industry sector, funding rounds, location, founding year, business model, and founder background, the system predicts the likelihood of funding and estimated investment amount.</a:t>
            </a:r>
          </a:p>
          <a:p>
            <a:pPr>
              <a:lnSpc>
                <a:spcPct val="100000"/>
              </a:lnSpc>
            </a:pPr>
            <a:endParaRPr lang="en-IN" sz="2400" b="0" strike="noStrike" spc="-1" dirty="0">
              <a:solidFill>
                <a:srgbClr val="000000"/>
              </a:solidFill>
              <a:latin typeface="Arial"/>
            </a:endParaRPr>
          </a:p>
          <a:p>
            <a:pPr>
              <a:lnSpc>
                <a:spcPct val="100000"/>
              </a:lnSpc>
            </a:pPr>
            <a:r>
              <a:rPr lang="en-IN" sz="2400" b="0" strike="noStrike" spc="-1" dirty="0">
                <a:solidFill>
                  <a:srgbClr val="000000"/>
                </a:solidFill>
                <a:latin typeface="Arial"/>
              </a:rPr>
              <a:t>The application performs data cleaning, feature engineering, model training, and evaluation to generate meaningful insights. The system provides investors with analytical dashboards and prediction results, enabling data-driven investment decisions and reduced financial risk. This solution enhances transparency, accuracy, and efficiency in startup investment analytics.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Box 164"/>
          <p:cNvSpPr txBox="1"/>
          <p:nvPr/>
        </p:nvSpPr>
        <p:spPr>
          <a:xfrm>
            <a:off x="-716760" y="4039560"/>
            <a:ext cx="12244680" cy="3930120"/>
          </a:xfrm>
          <a:prstGeom prst="rect">
            <a:avLst/>
          </a:prstGeom>
          <a:noFill/>
          <a:ln w="0">
            <a:noFill/>
          </a:ln>
        </p:spPr>
        <p:txBody>
          <a:bodyPr lIns="90000" tIns="45000" rIns="90000" bIns="45000" anchor="t">
            <a:noAutofit/>
          </a:bodyPr>
          <a:lstStyle/>
          <a:p>
            <a:endParaRPr lang="en-IN" sz="1800" b="0" strike="noStrike" spc="-1" dirty="0">
              <a:solidFill>
                <a:srgbClr val="000000"/>
              </a:solidFill>
              <a:latin typeface="Arial"/>
            </a:endParaRPr>
          </a:p>
        </p:txBody>
      </p:sp>
      <p:graphicFrame>
        <p:nvGraphicFramePr>
          <p:cNvPr id="2" name="Table 1">
            <a:extLst>
              <a:ext uri="{FF2B5EF4-FFF2-40B4-BE49-F238E27FC236}">
                <a16:creationId xmlns:a16="http://schemas.microsoft.com/office/drawing/2014/main" id="{FF683722-3F30-E5B1-F0C3-C07AB0E06048}"/>
              </a:ext>
            </a:extLst>
          </p:cNvPr>
          <p:cNvGraphicFramePr>
            <a:graphicFrameLocks noGrp="1"/>
          </p:cNvGraphicFramePr>
          <p:nvPr>
            <p:extLst>
              <p:ext uri="{D42A27DB-BD31-4B8C-83A1-F6EECF244321}">
                <p14:modId xmlns:p14="http://schemas.microsoft.com/office/powerpoint/2010/main" val="292036652"/>
              </p:ext>
            </p:extLst>
          </p:nvPr>
        </p:nvGraphicFramePr>
        <p:xfrm>
          <a:off x="1526697" y="929640"/>
          <a:ext cx="8094472" cy="5605088"/>
        </p:xfrm>
        <a:graphic>
          <a:graphicData uri="http://schemas.openxmlformats.org/drawingml/2006/table">
            <a:tbl>
              <a:tblPr firstRow="1" bandRow="1">
                <a:tableStyleId>{93296810-A885-4BE3-A3E7-6D5BEEA58F35}</a:tableStyleId>
              </a:tblPr>
              <a:tblGrid>
                <a:gridCol w="2023618">
                  <a:extLst>
                    <a:ext uri="{9D8B030D-6E8A-4147-A177-3AD203B41FA5}">
                      <a16:colId xmlns:a16="http://schemas.microsoft.com/office/drawing/2014/main" val="2690154979"/>
                    </a:ext>
                  </a:extLst>
                </a:gridCol>
                <a:gridCol w="2023618">
                  <a:extLst>
                    <a:ext uri="{9D8B030D-6E8A-4147-A177-3AD203B41FA5}">
                      <a16:colId xmlns:a16="http://schemas.microsoft.com/office/drawing/2014/main" val="933676670"/>
                    </a:ext>
                  </a:extLst>
                </a:gridCol>
                <a:gridCol w="2023618">
                  <a:extLst>
                    <a:ext uri="{9D8B030D-6E8A-4147-A177-3AD203B41FA5}">
                      <a16:colId xmlns:a16="http://schemas.microsoft.com/office/drawing/2014/main" val="4229029600"/>
                    </a:ext>
                  </a:extLst>
                </a:gridCol>
                <a:gridCol w="2023618">
                  <a:extLst>
                    <a:ext uri="{9D8B030D-6E8A-4147-A177-3AD203B41FA5}">
                      <a16:colId xmlns:a16="http://schemas.microsoft.com/office/drawing/2014/main" val="3242439754"/>
                    </a:ext>
                  </a:extLst>
                </a:gridCol>
              </a:tblGrid>
              <a:tr h="826655">
                <a:tc>
                  <a:txBody>
                    <a:bodyPr/>
                    <a:lstStyle/>
                    <a:p>
                      <a:pPr>
                        <a:buNone/>
                      </a:pPr>
                      <a:r>
                        <a:rPr lang="en-IN" b="1" dirty="0"/>
                        <a:t>Author / Year</a:t>
                      </a:r>
                      <a:endParaRPr lang="en-IN" dirty="0"/>
                    </a:p>
                  </a:txBody>
                  <a:tcPr anchor="ctr"/>
                </a:tc>
                <a:tc>
                  <a:txBody>
                    <a:bodyPr/>
                    <a:lstStyle/>
                    <a:p>
                      <a:r>
                        <a:rPr lang="en-IN" dirty="0"/>
                        <a:t>Method Used</a:t>
                      </a:r>
                    </a:p>
                  </a:txBody>
                  <a:tcPr/>
                </a:tc>
                <a:tc>
                  <a:txBody>
                    <a:bodyPr/>
                    <a:lstStyle/>
                    <a:p>
                      <a:pPr algn="l" fontAlgn="b">
                        <a:lnSpc>
                          <a:spcPts val="1200"/>
                        </a:lnSpc>
                        <a:buNone/>
                      </a:pPr>
                      <a:br>
                        <a:rPr lang="en-IN" b="1" dirty="0">
                          <a:solidFill>
                            <a:srgbClr val="0D0D0D"/>
                          </a:solidFill>
                          <a:effectLst/>
                        </a:rPr>
                      </a:br>
                      <a:r>
                        <a:rPr lang="en-IN" b="1" dirty="0">
                          <a:solidFill>
                            <a:srgbClr val="0D0D0D"/>
                          </a:solidFill>
                          <a:effectLst/>
                        </a:rPr>
                        <a:t>Key Focus</a:t>
                      </a:r>
                    </a:p>
                  </a:txBody>
                  <a:tcPr marR="182880" anchor="b"/>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b="1" i="0" dirty="0">
                          <a:solidFill>
                            <a:srgbClr val="0D0D0D"/>
                          </a:solidFill>
                          <a:effectLst/>
                          <a:latin typeface="ui-sans-serif"/>
                        </a:rPr>
                        <a:t>Limitations Identified</a:t>
                      </a:r>
                      <a:endParaRPr lang="en-IN" dirty="0"/>
                    </a:p>
                    <a:p>
                      <a:endParaRPr lang="en-IN" dirty="0"/>
                    </a:p>
                  </a:txBody>
                  <a:tcPr/>
                </a:tc>
                <a:extLst>
                  <a:ext uri="{0D108BD9-81ED-4DB2-BD59-A6C34878D82A}">
                    <a16:rowId xmlns:a16="http://schemas.microsoft.com/office/drawing/2014/main" val="3872864512"/>
                  </a:ext>
                </a:extLst>
              </a:tr>
              <a:tr h="1074651">
                <a:tc>
                  <a:txBody>
                    <a:bodyPr/>
                    <a:lstStyle/>
                    <a:p>
                      <a:r>
                        <a:rPr lang="en-IN" dirty="0"/>
                        <a:t>Mollick (2014)</a:t>
                      </a:r>
                    </a:p>
                  </a:txBody>
                  <a:tcPr/>
                </a:tc>
                <a:tc>
                  <a:txBody>
                    <a:bodyPr/>
                    <a:lstStyle/>
                    <a:p>
                      <a:r>
                        <a:rPr lang="en-IN" dirty="0"/>
                        <a:t>Statistical Analysis</a:t>
                      </a:r>
                    </a:p>
                  </a:txBody>
                  <a:tcPr/>
                </a:tc>
                <a:tc>
                  <a:txBody>
                    <a:bodyPr/>
                    <a:lstStyle/>
                    <a:p>
                      <a:pPr algn="l" fontAlgn="base">
                        <a:buNone/>
                      </a:pPr>
                      <a:br>
                        <a:rPr lang="en-IN" dirty="0">
                          <a:effectLst/>
                        </a:rPr>
                      </a:br>
                      <a:r>
                        <a:rPr lang="en-IN" dirty="0">
                          <a:effectLst/>
                        </a:rPr>
                        <a:t>Funding success factors</a:t>
                      </a:r>
                    </a:p>
                  </a:txBody>
                  <a:tcPr marR="182880"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b="0" i="0" dirty="0">
                          <a:solidFill>
                            <a:srgbClr val="0D0D0D"/>
                          </a:solidFill>
                          <a:effectLst/>
                          <a:latin typeface="ui-sans-serif"/>
                        </a:rPr>
                        <a:t>No predictive </a:t>
                      </a:r>
                      <a:r>
                        <a:rPr lang="en-IN" b="0" i="0" dirty="0" err="1">
                          <a:solidFill>
                            <a:srgbClr val="0D0D0D"/>
                          </a:solidFill>
                          <a:effectLst/>
                          <a:latin typeface="ui-sans-serif"/>
                        </a:rPr>
                        <a:t>modeling</a:t>
                      </a:r>
                      <a:endParaRPr lang="en-IN" dirty="0"/>
                    </a:p>
                    <a:p>
                      <a:endParaRPr lang="en-IN" dirty="0"/>
                    </a:p>
                  </a:txBody>
                  <a:tcPr/>
                </a:tc>
                <a:extLst>
                  <a:ext uri="{0D108BD9-81ED-4DB2-BD59-A6C34878D82A}">
                    <a16:rowId xmlns:a16="http://schemas.microsoft.com/office/drawing/2014/main" val="3273972050"/>
                  </a:ext>
                </a:extLst>
              </a:tr>
              <a:tr h="578658">
                <a:tc>
                  <a:txBody>
                    <a:bodyPr/>
                    <a:lstStyle/>
                    <a:p>
                      <a:r>
                        <a:rPr lang="en-IN" dirty="0"/>
                        <a:t>Kakati &amp; Roy (2019)</a:t>
                      </a:r>
                    </a:p>
                  </a:txBody>
                  <a:tcPr/>
                </a:tc>
                <a:tc>
                  <a:txBody>
                    <a:bodyPr/>
                    <a:lstStyle/>
                    <a:p>
                      <a:r>
                        <a:rPr lang="en-IN" dirty="0"/>
                        <a:t>Logistic Regression</a:t>
                      </a:r>
                    </a:p>
                  </a:txBody>
                  <a:tcPr/>
                </a:tc>
                <a:tc>
                  <a:txBody>
                    <a:bodyPr/>
                    <a:lstStyle/>
                    <a:p>
                      <a:r>
                        <a:rPr lang="en-IN" b="0" i="0" dirty="0">
                          <a:solidFill>
                            <a:srgbClr val="0D0D0D"/>
                          </a:solidFill>
                          <a:effectLst/>
                          <a:latin typeface="ui-sans-serif"/>
                        </a:rPr>
                        <a:t>Startup success prediction</a:t>
                      </a:r>
                      <a:endParaRPr lang="en-IN" dirty="0"/>
                    </a:p>
                  </a:txBody>
                  <a:tcPr/>
                </a:tc>
                <a:tc>
                  <a:txBody>
                    <a:bodyPr/>
                    <a:lstStyle/>
                    <a:p>
                      <a:r>
                        <a:rPr lang="en-IN" b="0" i="0" dirty="0">
                          <a:solidFill>
                            <a:srgbClr val="0D0D0D"/>
                          </a:solidFill>
                          <a:effectLst/>
                          <a:latin typeface="ui-sans-serif"/>
                        </a:rPr>
                        <a:t>Limited dataset</a:t>
                      </a:r>
                      <a:endParaRPr lang="en-IN" dirty="0"/>
                    </a:p>
                  </a:txBody>
                  <a:tcPr/>
                </a:tc>
                <a:extLst>
                  <a:ext uri="{0D108BD9-81ED-4DB2-BD59-A6C34878D82A}">
                    <a16:rowId xmlns:a16="http://schemas.microsoft.com/office/drawing/2014/main" val="2426409927"/>
                  </a:ext>
                </a:extLst>
              </a:tr>
              <a:tr h="1074651">
                <a:tc>
                  <a:txBody>
                    <a:bodyPr/>
                    <a:lstStyle/>
                    <a:p>
                      <a:r>
                        <a:rPr lang="en-IN" dirty="0"/>
                        <a:t>Shrestha et al. (2020)</a:t>
                      </a:r>
                    </a:p>
                  </a:txBody>
                  <a:tcPr/>
                </a:tc>
                <a:tc>
                  <a:txBody>
                    <a:bodyPr/>
                    <a:lstStyle/>
                    <a:p>
                      <a:pPr algn="l" fontAlgn="base">
                        <a:buNone/>
                      </a:pPr>
                      <a:br>
                        <a:rPr lang="en-IN" dirty="0">
                          <a:effectLst/>
                        </a:rPr>
                      </a:br>
                      <a:r>
                        <a:rPr lang="en-IN" dirty="0">
                          <a:effectLst/>
                        </a:rPr>
                        <a:t>Decision Tree, Random Forest</a:t>
                      </a:r>
                    </a:p>
                  </a:txBody>
                  <a:tcPr marR="182880" anchor="ctr"/>
                </a:tc>
                <a:tc>
                  <a:txBody>
                    <a:bodyPr/>
                    <a:lstStyle/>
                    <a:p>
                      <a:r>
                        <a:rPr lang="en-IN" b="0" i="0" dirty="0">
                          <a:solidFill>
                            <a:srgbClr val="0D0D0D"/>
                          </a:solidFill>
                          <a:effectLst/>
                          <a:latin typeface="ui-sans-serif"/>
                        </a:rPr>
                        <a:t>Funding outcome prediction</a:t>
                      </a:r>
                      <a:endParaRPr lang="en-IN" dirty="0"/>
                    </a:p>
                  </a:txBody>
                  <a:tcPr/>
                </a:tc>
                <a:tc>
                  <a:txBody>
                    <a:bodyPr/>
                    <a:lstStyle/>
                    <a:p>
                      <a:r>
                        <a:rPr lang="en-IN" b="0" i="0" dirty="0">
                          <a:solidFill>
                            <a:srgbClr val="0D0D0D"/>
                          </a:solidFill>
                          <a:effectLst/>
                          <a:latin typeface="ui-sans-serif"/>
                        </a:rPr>
                        <a:t>Handling noisy data</a:t>
                      </a:r>
                      <a:endParaRPr lang="en-IN" dirty="0"/>
                    </a:p>
                  </a:txBody>
                  <a:tcPr/>
                </a:tc>
                <a:extLst>
                  <a:ext uri="{0D108BD9-81ED-4DB2-BD59-A6C34878D82A}">
                    <a16:rowId xmlns:a16="http://schemas.microsoft.com/office/drawing/2014/main" val="1000276582"/>
                  </a:ext>
                </a:extLst>
              </a:tr>
              <a:tr h="1074651">
                <a:tc>
                  <a:txBody>
                    <a:bodyPr/>
                    <a:lstStyle/>
                    <a:p>
                      <a:r>
                        <a:rPr lang="en-IN" dirty="0"/>
                        <a:t>Hastie et al. (2009)</a:t>
                      </a:r>
                    </a:p>
                  </a:txBody>
                  <a:tcPr/>
                </a:tc>
                <a:tc>
                  <a:txBody>
                    <a:bodyPr/>
                    <a:lstStyle/>
                    <a:p>
                      <a:pPr algn="l" fontAlgn="base">
                        <a:buNone/>
                      </a:pPr>
                      <a:br>
                        <a:rPr lang="en-IN" dirty="0">
                          <a:effectLst/>
                        </a:rPr>
                      </a:br>
                      <a:r>
                        <a:rPr lang="en-IN" dirty="0">
                          <a:effectLst/>
                        </a:rPr>
                        <a:t>Machine Learning Models</a:t>
                      </a:r>
                    </a:p>
                  </a:txBody>
                  <a:tcPr marR="182880" anchor="ctr"/>
                </a:tc>
                <a:tc>
                  <a:txBody>
                    <a:bodyPr/>
                    <a:lstStyle/>
                    <a:p>
                      <a:r>
                        <a:rPr lang="en-IN" b="0" i="0" dirty="0">
                          <a:solidFill>
                            <a:srgbClr val="0D0D0D"/>
                          </a:solidFill>
                          <a:effectLst/>
                          <a:latin typeface="ui-sans-serif"/>
                        </a:rPr>
                        <a:t>Predictive analytics</a:t>
                      </a:r>
                      <a:endParaRPr lang="en-IN" dirty="0"/>
                    </a:p>
                  </a:txBody>
                  <a:tcPr/>
                </a:tc>
                <a:tc>
                  <a:txBody>
                    <a:bodyPr/>
                    <a:lstStyle/>
                    <a:p>
                      <a:r>
                        <a:rPr lang="en-IN" b="0" i="0" dirty="0">
                          <a:solidFill>
                            <a:srgbClr val="0D0D0D"/>
                          </a:solidFill>
                          <a:effectLst/>
                          <a:latin typeface="ui-sans-serif"/>
                        </a:rPr>
                        <a:t>Complex interpretation</a:t>
                      </a:r>
                      <a:endParaRPr lang="en-IN" dirty="0"/>
                    </a:p>
                  </a:txBody>
                  <a:tcPr/>
                </a:tc>
                <a:extLst>
                  <a:ext uri="{0D108BD9-81ED-4DB2-BD59-A6C34878D82A}">
                    <a16:rowId xmlns:a16="http://schemas.microsoft.com/office/drawing/2014/main" val="2967401142"/>
                  </a:ext>
                </a:extLst>
              </a:tr>
              <a:tr h="826655">
                <a:tc>
                  <a:txBody>
                    <a:bodyPr/>
                    <a:lstStyle/>
                    <a:p>
                      <a:r>
                        <a:rPr lang="en-IN" dirty="0"/>
                        <a:t>Scikit-learn Docs</a:t>
                      </a:r>
                    </a:p>
                  </a:txBody>
                  <a:tcPr/>
                </a:tc>
                <a:tc>
                  <a:txBody>
                    <a:bodyPr/>
                    <a:lstStyle/>
                    <a:p>
                      <a:r>
                        <a:rPr lang="en-IN" b="0" i="0" dirty="0">
                          <a:solidFill>
                            <a:srgbClr val="0D0D0D"/>
                          </a:solidFill>
                          <a:effectLst/>
                          <a:latin typeface="ui-sans-serif"/>
                        </a:rPr>
                        <a:t>ML Implementation</a:t>
                      </a:r>
                      <a:endParaRPr lang="en-IN" dirty="0"/>
                    </a:p>
                  </a:txBody>
                  <a:tcPr/>
                </a:tc>
                <a:tc>
                  <a:txBody>
                    <a:bodyPr/>
                    <a:lstStyle/>
                    <a:p>
                      <a:r>
                        <a:rPr lang="en-IN" b="0" i="0" dirty="0">
                          <a:solidFill>
                            <a:srgbClr val="0D0D0D"/>
                          </a:solidFill>
                          <a:effectLst/>
                          <a:latin typeface="ui-sans-serif"/>
                        </a:rPr>
                        <a:t>Model evaluation &amp; tuning</a:t>
                      </a:r>
                      <a:endParaRPr lang="en-IN" dirty="0"/>
                    </a:p>
                  </a:txBody>
                  <a:tcPr/>
                </a:tc>
                <a:tc>
                  <a:txBody>
                    <a:bodyPr/>
                    <a:lstStyle/>
                    <a:p>
                      <a:r>
                        <a:rPr lang="en-IN" b="0" i="0" dirty="0">
                          <a:solidFill>
                            <a:srgbClr val="0D0D0D"/>
                          </a:solidFill>
                          <a:effectLst/>
                          <a:latin typeface="ui-sans-serif"/>
                        </a:rPr>
                        <a:t>Tool-dependent</a:t>
                      </a:r>
                      <a:endParaRPr lang="en-IN" dirty="0"/>
                    </a:p>
                  </a:txBody>
                  <a:tcPr/>
                </a:tc>
                <a:extLst>
                  <a:ext uri="{0D108BD9-81ED-4DB2-BD59-A6C34878D82A}">
                    <a16:rowId xmlns:a16="http://schemas.microsoft.com/office/drawing/2014/main" val="3894543026"/>
                  </a:ext>
                </a:extLst>
              </a:tr>
            </a:tbl>
          </a:graphicData>
        </a:graphic>
      </p:graphicFrame>
      <p:sp>
        <p:nvSpPr>
          <p:cNvPr id="3" name="TextBox 2">
            <a:extLst>
              <a:ext uri="{FF2B5EF4-FFF2-40B4-BE49-F238E27FC236}">
                <a16:creationId xmlns:a16="http://schemas.microsoft.com/office/drawing/2014/main" id="{A42A351A-6F9A-6331-D91E-07B48D7AE224}"/>
              </a:ext>
            </a:extLst>
          </p:cNvPr>
          <p:cNvSpPr txBox="1"/>
          <p:nvPr/>
        </p:nvSpPr>
        <p:spPr>
          <a:xfrm>
            <a:off x="1526697" y="323272"/>
            <a:ext cx="3659632" cy="369332"/>
          </a:xfrm>
          <a:prstGeom prst="rect">
            <a:avLst/>
          </a:prstGeom>
          <a:noFill/>
        </p:spPr>
        <p:txBody>
          <a:bodyPr wrap="square" rtlCol="0">
            <a:spAutoFit/>
          </a:bodyPr>
          <a:lstStyle/>
          <a:p>
            <a:r>
              <a:rPr lang="en-US" dirty="0"/>
              <a:t>3.</a:t>
            </a:r>
            <a:r>
              <a:rPr lang="en-US"/>
              <a:t>LITERATURE SURVEY:-</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Box 166"/>
          <p:cNvSpPr txBox="1"/>
          <p:nvPr/>
        </p:nvSpPr>
        <p:spPr>
          <a:xfrm>
            <a:off x="1162127" y="1379002"/>
            <a:ext cx="5115600" cy="1882440"/>
          </a:xfrm>
          <a:prstGeom prst="rect">
            <a:avLst/>
          </a:prstGeom>
          <a:noFill/>
          <a:ln w="0">
            <a:noFill/>
          </a:ln>
        </p:spPr>
        <p:txBody>
          <a:bodyPr lIns="90000" tIns="45000" rIns="90000" bIns="45000" anchor="t">
            <a:noAutofit/>
          </a:bodyPr>
          <a:lstStyle/>
          <a:p>
            <a:r>
              <a:rPr lang="en-IN" sz="1800" b="1" strike="noStrike" spc="-1" dirty="0">
                <a:solidFill>
                  <a:srgbClr val="000000"/>
                </a:solidFill>
                <a:latin typeface="Arial"/>
              </a:rPr>
              <a:t>Hardware Requirements:-</a:t>
            </a:r>
          </a:p>
          <a:p>
            <a:endParaRPr lang="en-IN" sz="1800" b="0" strike="noStrike" spc="-1" dirty="0">
              <a:solidFill>
                <a:srgbClr val="000000"/>
              </a:solidFill>
              <a:latin typeface="Arial"/>
            </a:endParaRPr>
          </a:p>
          <a:p>
            <a:r>
              <a:rPr lang="en-IN" sz="1800" b="0" strike="noStrike" spc="-1" dirty="0">
                <a:solidFill>
                  <a:srgbClr val="000000"/>
                </a:solidFill>
                <a:latin typeface="Arial"/>
              </a:rPr>
              <a:t>Processor: Intel Core i5 / AMD </a:t>
            </a:r>
            <a:r>
              <a:rPr lang="en-IN" sz="1800" b="0" strike="noStrike" spc="-1" dirty="0" err="1">
                <a:solidFill>
                  <a:srgbClr val="000000"/>
                </a:solidFill>
                <a:latin typeface="Arial"/>
              </a:rPr>
              <a:t>Ryzen</a:t>
            </a:r>
            <a:r>
              <a:rPr lang="en-IN" sz="1800" b="0" strike="noStrike" spc="-1" dirty="0">
                <a:solidFill>
                  <a:srgbClr val="000000"/>
                </a:solidFill>
                <a:latin typeface="Arial"/>
              </a:rPr>
              <a:t> 5 or higher</a:t>
            </a:r>
          </a:p>
          <a:p>
            <a:endParaRPr lang="en-IN" sz="1800" b="0" strike="noStrike" spc="-1" dirty="0">
              <a:solidFill>
                <a:srgbClr val="000000"/>
              </a:solidFill>
              <a:latin typeface="Arial"/>
            </a:endParaRPr>
          </a:p>
          <a:p>
            <a:r>
              <a:rPr lang="en-IN" sz="1800" b="0" strike="noStrike" spc="-1" dirty="0">
                <a:solidFill>
                  <a:srgbClr val="000000"/>
                </a:solidFill>
                <a:latin typeface="Arial"/>
              </a:rPr>
              <a:t>RAM: Minimum 8 GB</a:t>
            </a:r>
          </a:p>
          <a:p>
            <a:endParaRPr lang="en-IN" sz="1800" b="0" strike="noStrike" spc="-1" dirty="0">
              <a:solidFill>
                <a:srgbClr val="000000"/>
              </a:solidFill>
              <a:latin typeface="Arial"/>
            </a:endParaRPr>
          </a:p>
          <a:p>
            <a:r>
              <a:rPr lang="en-IN" sz="1800" b="0" strike="noStrike" spc="-1" dirty="0">
                <a:solidFill>
                  <a:srgbClr val="000000"/>
                </a:solidFill>
                <a:latin typeface="Arial"/>
              </a:rPr>
              <a:t>Storage: 20 GB free disk space</a:t>
            </a:r>
          </a:p>
        </p:txBody>
      </p:sp>
      <p:sp>
        <p:nvSpPr>
          <p:cNvPr id="166" name="PlaceHolder 1"/>
          <p:cNvSpPr>
            <a:spLocks noGrp="1"/>
          </p:cNvSpPr>
          <p:nvPr>
            <p:ph type="title"/>
          </p:nvPr>
        </p:nvSpPr>
        <p:spPr>
          <a:xfrm>
            <a:off x="820980" y="361740"/>
            <a:ext cx="10029240" cy="641168"/>
          </a:xfrm>
          <a:prstGeom prst="rect">
            <a:avLst/>
          </a:prstGeom>
          <a:noFill/>
          <a:ln w="0">
            <a:noFill/>
          </a:ln>
        </p:spPr>
        <p:txBody>
          <a:bodyPr lIns="109800" tIns="109800" rIns="109800" bIns="91440" anchor="b">
            <a:normAutofit fontScale="90000"/>
          </a:bodyPr>
          <a:lstStyle/>
          <a:p>
            <a:pPr indent="0" defTabSz="914400">
              <a:lnSpc>
                <a:spcPct val="130000"/>
              </a:lnSpc>
              <a:buNone/>
              <a:tabLst>
                <a:tab pos="0" algn="l"/>
              </a:tabLst>
            </a:pPr>
            <a:r>
              <a:rPr lang="en-IN" sz="3200" b="1" strike="noStrike" spc="145">
                <a:solidFill>
                  <a:schemeClr val="dk1">
                    <a:lumMod val="75000"/>
                    <a:lumOff val="25000"/>
                  </a:schemeClr>
                </a:solidFill>
                <a:latin typeface="Times New Roman"/>
              </a:rPr>
              <a:t>HARDWARE AND SOFTWARE REQUIREMENTS</a:t>
            </a:r>
            <a:endParaRPr lang="en-IN" sz="3200" b="0" strike="noStrike" spc="-1">
              <a:solidFill>
                <a:srgbClr val="000000"/>
              </a:solidFill>
              <a:latin typeface="Arial"/>
            </a:endParaRPr>
          </a:p>
        </p:txBody>
      </p:sp>
      <p:sp>
        <p:nvSpPr>
          <p:cNvPr id="168" name="TextBox 167"/>
          <p:cNvSpPr txBox="1"/>
          <p:nvPr/>
        </p:nvSpPr>
        <p:spPr>
          <a:xfrm>
            <a:off x="1162127" y="3637536"/>
            <a:ext cx="6162480" cy="2394360"/>
          </a:xfrm>
          <a:prstGeom prst="rect">
            <a:avLst/>
          </a:prstGeom>
          <a:noFill/>
          <a:ln w="0">
            <a:noFill/>
          </a:ln>
        </p:spPr>
        <p:txBody>
          <a:bodyPr lIns="90000" tIns="45000" rIns="90000" bIns="45000" anchor="t">
            <a:noAutofit/>
          </a:bodyPr>
          <a:lstStyle/>
          <a:p>
            <a:r>
              <a:rPr lang="en-IN" sz="1800" b="1" strike="noStrike" spc="-1" dirty="0">
                <a:solidFill>
                  <a:srgbClr val="000000"/>
                </a:solidFill>
                <a:latin typeface="Arial"/>
              </a:rPr>
              <a:t>Software Requirements:-</a:t>
            </a:r>
          </a:p>
          <a:p>
            <a:endParaRPr lang="en-IN" sz="1800" b="0" strike="noStrike" spc="-1" dirty="0">
              <a:solidFill>
                <a:srgbClr val="000000"/>
              </a:solidFill>
              <a:latin typeface="Arial"/>
            </a:endParaRPr>
          </a:p>
          <a:p>
            <a:r>
              <a:rPr lang="en-IN" sz="1800" b="0" strike="noStrike" spc="-1" dirty="0">
                <a:solidFill>
                  <a:srgbClr val="000000"/>
                </a:solidFill>
                <a:latin typeface="Arial"/>
              </a:rPr>
              <a:t>Operating System: Windows 10/11 or Linux</a:t>
            </a:r>
          </a:p>
          <a:p>
            <a:endParaRPr lang="en-IN" sz="1800" b="0" strike="noStrike" spc="-1" dirty="0">
              <a:solidFill>
                <a:srgbClr val="000000"/>
              </a:solidFill>
              <a:latin typeface="Arial"/>
            </a:endParaRPr>
          </a:p>
          <a:p>
            <a:r>
              <a:rPr lang="en-IN" sz="1800" b="0" strike="noStrike" spc="-1" dirty="0">
                <a:solidFill>
                  <a:srgbClr val="000000"/>
                </a:solidFill>
                <a:latin typeface="Arial"/>
              </a:rPr>
              <a:t>Programming Language: Python 3.8+</a:t>
            </a:r>
          </a:p>
          <a:p>
            <a:endParaRPr lang="en-IN" sz="1800" b="0" strike="noStrike" spc="-1" dirty="0">
              <a:solidFill>
                <a:srgbClr val="000000"/>
              </a:solidFill>
              <a:latin typeface="Arial"/>
            </a:endParaRPr>
          </a:p>
          <a:p>
            <a:r>
              <a:rPr lang="en-IN" sz="1800" b="0" strike="noStrike" spc="-1" dirty="0">
                <a:solidFill>
                  <a:srgbClr val="000000"/>
                </a:solidFill>
                <a:latin typeface="Arial"/>
              </a:rPr>
              <a:t>Libraries: NumPy, Pandas, Matplotlib, Seaborn, Scikit-learn</a:t>
            </a:r>
          </a:p>
          <a:p>
            <a:endParaRPr lang="en-IN" sz="1800" b="0" strike="noStrike" spc="-1" dirty="0">
              <a:solidFill>
                <a:srgbClr val="000000"/>
              </a:solidFill>
              <a:latin typeface="Arial"/>
            </a:endParaRPr>
          </a:p>
          <a:p>
            <a:r>
              <a:rPr lang="en-IN" sz="1800" b="0" strike="noStrike" spc="-1" dirty="0">
                <a:solidFill>
                  <a:srgbClr val="000000"/>
                </a:solidFill>
                <a:latin typeface="Arial"/>
              </a:rPr>
              <a:t>Development Environment: VS Code / </a:t>
            </a:r>
            <a:r>
              <a:rPr lang="en-IN" sz="1800" b="0" strike="noStrike" spc="-1" dirty="0" err="1">
                <a:solidFill>
                  <a:srgbClr val="000000"/>
                </a:solidFill>
                <a:latin typeface="Arial"/>
              </a:rPr>
              <a:t>Jupyter</a:t>
            </a:r>
            <a:r>
              <a:rPr lang="en-IN" sz="1800" b="0" strike="noStrike" spc="-1" dirty="0">
                <a:solidFill>
                  <a:srgbClr val="000000"/>
                </a:solidFill>
                <a:latin typeface="Arial"/>
              </a:rPr>
              <a:t> Notebook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title" idx="4294967295"/>
          </p:nvPr>
        </p:nvSpPr>
        <p:spPr>
          <a:xfrm>
            <a:off x="813917" y="476826"/>
            <a:ext cx="4562475" cy="884237"/>
          </a:xfrm>
          <a:prstGeom prst="rect">
            <a:avLst/>
          </a:prstGeom>
          <a:noFill/>
          <a:ln w="0">
            <a:noFill/>
          </a:ln>
        </p:spPr>
        <p:txBody>
          <a:bodyPr lIns="109800" tIns="109800" rIns="109800" bIns="91440" anchor="b">
            <a:noAutofit/>
          </a:bodyPr>
          <a:lstStyle/>
          <a:p>
            <a:pPr indent="0" defTabSz="914400">
              <a:lnSpc>
                <a:spcPct val="100000"/>
              </a:lnSpc>
              <a:buNone/>
              <a:tabLst>
                <a:tab pos="0" algn="l"/>
              </a:tabLst>
            </a:pPr>
            <a:r>
              <a:rPr lang="en-US" sz="3200" b="1" strike="noStrike" spc="145" dirty="0">
                <a:solidFill>
                  <a:schemeClr val="dk1">
                    <a:lumMod val="75000"/>
                    <a:lumOff val="25000"/>
                  </a:schemeClr>
                </a:solidFill>
                <a:latin typeface="Times New Roman"/>
              </a:rPr>
              <a:t>4. Existing System</a:t>
            </a:r>
            <a:endParaRPr lang="en-IN" sz="3200" b="0" strike="noStrike" spc="-1" dirty="0">
              <a:solidFill>
                <a:srgbClr val="000000"/>
              </a:solidFill>
              <a:latin typeface="Arial"/>
            </a:endParaRPr>
          </a:p>
        </p:txBody>
      </p:sp>
      <p:sp>
        <p:nvSpPr>
          <p:cNvPr id="170" name="PlaceHolder 2"/>
          <p:cNvSpPr>
            <a:spLocks noGrp="1"/>
          </p:cNvSpPr>
          <p:nvPr>
            <p:ph idx="4294967295"/>
          </p:nvPr>
        </p:nvSpPr>
        <p:spPr>
          <a:xfrm>
            <a:off x="552197" y="1551867"/>
            <a:ext cx="8892791" cy="3944938"/>
          </a:xfrm>
          <a:prstGeom prst="rect">
            <a:avLst/>
          </a:prstGeom>
          <a:noFill/>
          <a:ln w="0">
            <a:noFill/>
          </a:ln>
        </p:spPr>
        <p:txBody>
          <a:bodyPr lIns="109800" tIns="109800" rIns="109800" bIns="91440" anchor="t">
            <a:noAutofit/>
          </a:bodyPr>
          <a:lstStyle/>
          <a:p>
            <a:pPr marL="283320" indent="-283320" defTabSz="914400">
              <a:lnSpc>
                <a:spcPct val="140000"/>
              </a:lnSpc>
              <a:spcBef>
                <a:spcPts val="930"/>
              </a:spcBef>
              <a:buNone/>
              <a:tabLst>
                <a:tab pos="0" algn="l"/>
              </a:tabLst>
            </a:pPr>
            <a:r>
              <a:rPr lang="en-US" sz="2000" b="0" strike="noStrike" spc="145" dirty="0">
                <a:solidFill>
                  <a:schemeClr val="dk1">
                    <a:lumMod val="75000"/>
                    <a:lumOff val="25000"/>
                  </a:schemeClr>
                </a:solidFill>
                <a:latin typeface="Meiryo"/>
              </a:rPr>
              <a:t>   The existing startup funding analysis systems rely mainly on static reports, manual evaluation, and retrospective analysis. These systems provide historical insights but do not offer predictive capabilities. Investment decisions are often subjective and depend on human judgment rather than data-driven models.</a:t>
            </a:r>
            <a:endParaRPr lang="en-IN" sz="2000" b="0" strike="noStrike" spc="-1" dirty="0">
              <a:solidFill>
                <a:srgbClr val="000000"/>
              </a:solidFill>
              <a:latin typeface="Arial"/>
            </a:endParaRPr>
          </a:p>
          <a:p>
            <a:pPr marL="283320" indent="-283320" algn="just" defTabSz="914400">
              <a:lnSpc>
                <a:spcPct val="140000"/>
              </a:lnSpc>
              <a:spcBef>
                <a:spcPts val="930"/>
              </a:spcBef>
              <a:buNone/>
              <a:tabLst>
                <a:tab pos="0" algn="l"/>
              </a:tabLst>
            </a:pPr>
            <a:endParaRPr lang="en-IN" sz="2000" b="0" strike="noStrike" spc="-1" dirty="0">
              <a:solidFill>
                <a:srgbClr val="000000"/>
              </a:solidFill>
              <a:latin typeface="Arial"/>
            </a:endParaRPr>
          </a:p>
          <a:p>
            <a:pPr marL="283320" indent="-283320" algn="just" defTabSz="914400">
              <a:lnSpc>
                <a:spcPct val="140000"/>
              </a:lnSpc>
              <a:spcBef>
                <a:spcPts val="930"/>
              </a:spcBef>
              <a:buNone/>
              <a:tabLst>
                <a:tab pos="0" algn="l"/>
              </a:tabLst>
            </a:pPr>
            <a:r>
              <a:rPr lang="en-US" sz="2000" b="0" strike="noStrike" spc="145" dirty="0">
                <a:solidFill>
                  <a:schemeClr val="dk1">
                    <a:lumMod val="75000"/>
                    <a:lumOff val="25000"/>
                  </a:schemeClr>
                </a:solidFill>
                <a:latin typeface="Meiryo"/>
              </a:rPr>
              <a:t>   Additionally, existing systems lack automation, scalability, and real-time prediction features, making them inefficient for handling large and dynamic startup datasets.</a:t>
            </a:r>
            <a:endParaRPr lang="en-IN" sz="20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Box 2"/>
          <p:cNvSpPr/>
          <p:nvPr/>
        </p:nvSpPr>
        <p:spPr>
          <a:xfrm>
            <a:off x="618120" y="900720"/>
            <a:ext cx="870732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3200" b="1" strike="noStrike" spc="-1" dirty="0">
                <a:solidFill>
                  <a:schemeClr val="dk1"/>
                </a:solidFill>
                <a:latin typeface="Times New Roman"/>
              </a:rPr>
              <a:t>5. EXISTING SYSTEM DRAWBACKS:</a:t>
            </a:r>
            <a:endParaRPr lang="en-IN" sz="3200" b="0" strike="noStrike" spc="-1" dirty="0">
              <a:solidFill>
                <a:srgbClr val="000000"/>
              </a:solidFill>
              <a:latin typeface="Arial"/>
            </a:endParaRPr>
          </a:p>
        </p:txBody>
      </p:sp>
      <p:sp>
        <p:nvSpPr>
          <p:cNvPr id="172" name="Rectangle 2"/>
          <p:cNvSpPr/>
          <p:nvPr/>
        </p:nvSpPr>
        <p:spPr>
          <a:xfrm>
            <a:off x="618120" y="1189440"/>
            <a:ext cx="10665000" cy="447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spAutoFit/>
          </a:bodyPr>
          <a:lstStyle/>
          <a:p>
            <a:pPr marL="457200" indent="-457200" algn="just" defTabSz="914400">
              <a:lnSpc>
                <a:spcPct val="100000"/>
              </a:lnSpc>
              <a:buClr>
                <a:srgbClr val="000000"/>
              </a:buClr>
              <a:buFont typeface="Meiryo"/>
              <a:buAutoNum type="alphaLcPeriod"/>
            </a:pPr>
            <a:endParaRPr lang="en-IN" sz="1800" b="0" strike="noStrike" spc="-1">
              <a:solidFill>
                <a:srgbClr val="000000"/>
              </a:solidFill>
              <a:latin typeface="Arial"/>
            </a:endParaRPr>
          </a:p>
        </p:txBody>
      </p:sp>
      <p:sp>
        <p:nvSpPr>
          <p:cNvPr id="173" name="TextBox 172"/>
          <p:cNvSpPr txBox="1"/>
          <p:nvPr/>
        </p:nvSpPr>
        <p:spPr>
          <a:xfrm>
            <a:off x="1267540" y="1478160"/>
            <a:ext cx="6636240" cy="2906280"/>
          </a:xfrm>
          <a:prstGeom prst="rect">
            <a:avLst/>
          </a:prstGeom>
          <a:noFill/>
          <a:ln w="0">
            <a:noFill/>
          </a:ln>
        </p:spPr>
        <p:txBody>
          <a:bodyPr lIns="90000" tIns="45000" rIns="90000" bIns="45000" anchor="t">
            <a:noAutofit/>
          </a:bodyPr>
          <a:lstStyle/>
          <a:p>
            <a:endParaRPr lang="en-IN" sz="2400" b="0" strike="noStrike" spc="-1" dirty="0">
              <a:solidFill>
                <a:srgbClr val="000000"/>
              </a:solidFill>
              <a:latin typeface="Arial"/>
            </a:endParaRPr>
          </a:p>
          <a:p>
            <a:endParaRPr lang="en-IN" sz="2400" b="0" strike="noStrike" spc="-1" dirty="0">
              <a:solidFill>
                <a:srgbClr val="000000"/>
              </a:solidFill>
              <a:latin typeface="Arial"/>
            </a:endParaRPr>
          </a:p>
          <a:p>
            <a:r>
              <a:rPr lang="en-IN" sz="2400" b="0" strike="noStrike" spc="-1" dirty="0">
                <a:solidFill>
                  <a:srgbClr val="000000"/>
                </a:solidFill>
                <a:latin typeface="Arial"/>
              </a:rPr>
              <a:t>1.No accurate funding prediction mechanism</a:t>
            </a:r>
          </a:p>
          <a:p>
            <a:endParaRPr lang="en-IN" sz="2400" b="0" strike="noStrike" spc="-1" dirty="0">
              <a:solidFill>
                <a:srgbClr val="000000"/>
              </a:solidFill>
              <a:latin typeface="Arial"/>
            </a:endParaRPr>
          </a:p>
          <a:p>
            <a:r>
              <a:rPr lang="en-IN" sz="2400" b="0" strike="noStrike" spc="-1" dirty="0">
                <a:solidFill>
                  <a:srgbClr val="000000"/>
                </a:solidFill>
                <a:latin typeface="Arial"/>
              </a:rPr>
              <a:t>2.Dependency on manual analysis and intuition</a:t>
            </a:r>
          </a:p>
          <a:p>
            <a:endParaRPr lang="en-IN" sz="2400" b="0" strike="noStrike" spc="-1" dirty="0">
              <a:solidFill>
                <a:srgbClr val="000000"/>
              </a:solidFill>
              <a:latin typeface="Arial"/>
            </a:endParaRPr>
          </a:p>
          <a:p>
            <a:r>
              <a:rPr lang="en-IN" sz="2400" b="0" strike="noStrike" spc="-1" dirty="0">
                <a:solidFill>
                  <a:srgbClr val="000000"/>
                </a:solidFill>
                <a:latin typeface="Arial"/>
              </a:rPr>
              <a:t>3.Inability to handle large and complex datasets</a:t>
            </a:r>
          </a:p>
          <a:p>
            <a:endParaRPr lang="en-IN" sz="2400" b="0" strike="noStrike" spc="-1" dirty="0">
              <a:solidFill>
                <a:srgbClr val="000000"/>
              </a:solidFill>
              <a:latin typeface="Arial"/>
            </a:endParaRPr>
          </a:p>
          <a:p>
            <a:r>
              <a:rPr lang="en-IN" sz="2400" b="0" strike="noStrike" spc="-1" dirty="0">
                <a:solidFill>
                  <a:srgbClr val="000000"/>
                </a:solidFill>
                <a:latin typeface="Arial"/>
              </a:rPr>
              <a:t>4.Time-consuming decision-making process</a:t>
            </a:r>
          </a:p>
          <a:p>
            <a:endParaRPr lang="en-IN" sz="2400" b="0" strike="noStrike" spc="-1" dirty="0">
              <a:solidFill>
                <a:srgbClr val="000000"/>
              </a:solidFill>
              <a:latin typeface="Arial"/>
            </a:endParaRPr>
          </a:p>
          <a:p>
            <a:r>
              <a:rPr lang="en-IN" sz="2400" b="0" strike="noStrike" spc="-1" dirty="0">
                <a:solidFill>
                  <a:srgbClr val="000000"/>
                </a:solidFill>
                <a:latin typeface="Arial"/>
              </a:rPr>
              <a:t>5.High risk of biased investment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Rectangle 2"/>
          <p:cNvSpPr/>
          <p:nvPr/>
        </p:nvSpPr>
        <p:spPr>
          <a:xfrm>
            <a:off x="0" y="0"/>
            <a:ext cx="12191400" cy="15120"/>
          </a:xfrm>
          <a:prstGeom prst="rect">
            <a:avLst/>
          </a:prstGeom>
          <a:solidFill>
            <a:srgbClr val="000000"/>
          </a:solidFill>
          <a:ln w="9525">
            <a:solidFill>
              <a:srgbClr val="000000"/>
            </a:solidFill>
            <a:miter/>
          </a:ln>
        </p:spPr>
        <p:style>
          <a:lnRef idx="0">
            <a:scrgbClr r="0" g="0" b="0"/>
          </a:lnRef>
          <a:fillRef idx="0">
            <a:scrgbClr r="0" g="0" b="0"/>
          </a:fillRef>
          <a:effectRef idx="0">
            <a:scrgbClr r="0" g="0" b="0"/>
          </a:effectRef>
          <a:fontRef idx="minor"/>
        </p:style>
        <p:txBody>
          <a:bodyPr wrap="none" lIns="90000" tIns="7560" rIns="90000" bIns="7560" numCol="1" spcCol="0" anchor="ctr">
            <a:spAutoFit/>
          </a:bodyPr>
          <a:lstStyle/>
          <a:p>
            <a:pPr defTabSz="914400">
              <a:lnSpc>
                <a:spcPct val="100000"/>
              </a:lnSpc>
            </a:pPr>
            <a:endParaRPr lang="en-IN" sz="1800" b="0" strike="noStrike" spc="-1">
              <a:solidFill>
                <a:schemeClr val="dk1"/>
              </a:solidFill>
              <a:latin typeface="Meiryo"/>
            </a:endParaRPr>
          </a:p>
        </p:txBody>
      </p:sp>
      <p:sp>
        <p:nvSpPr>
          <p:cNvPr id="175" name="Rectangle 3"/>
          <p:cNvSpPr/>
          <p:nvPr/>
        </p:nvSpPr>
        <p:spPr>
          <a:xfrm>
            <a:off x="0" y="15840"/>
            <a:ext cx="12191400" cy="456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numCol="1" spcCol="0" anchor="ctr">
            <a:spAutoFit/>
          </a:bodyPr>
          <a:lstStyle/>
          <a:p>
            <a:pPr defTabSz="914400">
              <a:lnSpc>
                <a:spcPct val="100000"/>
              </a:lnSpc>
            </a:pPr>
            <a:endParaRPr lang="en-IN" sz="1800" b="0" strike="noStrike" spc="-1">
              <a:solidFill>
                <a:schemeClr val="dk1"/>
              </a:solidFill>
              <a:latin typeface="Meiryo"/>
            </a:endParaRPr>
          </a:p>
        </p:txBody>
      </p:sp>
      <p:sp>
        <p:nvSpPr>
          <p:cNvPr id="176" name="PlaceHolder 1"/>
          <p:cNvSpPr>
            <a:spLocks noGrp="1"/>
          </p:cNvSpPr>
          <p:nvPr>
            <p:ph type="title" idx="4294967295"/>
          </p:nvPr>
        </p:nvSpPr>
        <p:spPr>
          <a:xfrm>
            <a:off x="864159" y="782228"/>
            <a:ext cx="6007100" cy="884238"/>
          </a:xfrm>
          <a:prstGeom prst="rect">
            <a:avLst/>
          </a:prstGeom>
          <a:noFill/>
          <a:ln w="0">
            <a:noFill/>
          </a:ln>
        </p:spPr>
        <p:txBody>
          <a:bodyPr lIns="109800" tIns="109800" rIns="109800" bIns="91440" anchor="b">
            <a:noAutofit/>
          </a:bodyPr>
          <a:lstStyle/>
          <a:p>
            <a:pPr indent="0" defTabSz="914400">
              <a:lnSpc>
                <a:spcPct val="100000"/>
              </a:lnSpc>
              <a:buNone/>
              <a:tabLst>
                <a:tab pos="0" algn="l"/>
              </a:tabLst>
            </a:pPr>
            <a:r>
              <a:rPr lang="en-US" sz="3200" b="1" strike="noStrike" spc="145" dirty="0">
                <a:solidFill>
                  <a:schemeClr val="dk1">
                    <a:lumMod val="75000"/>
                    <a:lumOff val="25000"/>
                  </a:schemeClr>
                </a:solidFill>
                <a:latin typeface="Times New Roman"/>
              </a:rPr>
              <a:t>5. PROPOSED SYSTEM</a:t>
            </a:r>
            <a:endParaRPr lang="en-IN" sz="3200" b="0" strike="noStrike" spc="-1" dirty="0">
              <a:solidFill>
                <a:srgbClr val="000000"/>
              </a:solidFill>
              <a:latin typeface="Arial"/>
            </a:endParaRPr>
          </a:p>
        </p:txBody>
      </p:sp>
      <p:sp>
        <p:nvSpPr>
          <p:cNvPr id="177" name="Rectangle 2"/>
          <p:cNvSpPr/>
          <p:nvPr/>
        </p:nvSpPr>
        <p:spPr>
          <a:xfrm>
            <a:off x="641085" y="2003344"/>
            <a:ext cx="8191416" cy="378419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numCol="1" spcCol="0" anchor="ctr">
            <a:spAutoFit/>
          </a:bodyPr>
          <a:lstStyle/>
          <a:p>
            <a:pPr algn="just" defTabSz="914400">
              <a:lnSpc>
                <a:spcPct val="100000"/>
              </a:lnSpc>
              <a:tabLst>
                <a:tab pos="0" algn="l"/>
              </a:tabLst>
            </a:pPr>
            <a:r>
              <a:rPr lang="en-US" sz="2400" b="0" strike="noStrike" spc="-1" dirty="0">
                <a:solidFill>
                  <a:schemeClr val="dk1"/>
                </a:solidFill>
                <a:latin typeface="Times New Roman"/>
              </a:rPr>
              <a:t>The proposed system introduces a predictive analytics framework using machine learning algorithms to forecast startup funding outcomes. The system analyzes historical startup data and extracts meaningful patterns to determine funding probability and potential investment size.</a:t>
            </a:r>
            <a:endParaRPr lang="en-IN" sz="2400" b="0" strike="noStrike" spc="-1" dirty="0">
              <a:solidFill>
                <a:srgbClr val="000000"/>
              </a:solidFill>
              <a:latin typeface="Arial"/>
            </a:endParaRPr>
          </a:p>
          <a:p>
            <a:pPr algn="just" defTabSz="914400">
              <a:lnSpc>
                <a:spcPct val="100000"/>
              </a:lnSpc>
              <a:tabLst>
                <a:tab pos="0" algn="l"/>
              </a:tabLst>
            </a:pPr>
            <a:endParaRPr lang="en-IN" sz="2400" b="0" strike="noStrike" spc="-1" dirty="0">
              <a:solidFill>
                <a:srgbClr val="000000"/>
              </a:solidFill>
              <a:latin typeface="Arial"/>
            </a:endParaRPr>
          </a:p>
          <a:p>
            <a:pPr algn="just" defTabSz="914400">
              <a:lnSpc>
                <a:spcPct val="100000"/>
              </a:lnSpc>
              <a:tabLst>
                <a:tab pos="0" algn="l"/>
              </a:tabLst>
            </a:pPr>
            <a:r>
              <a:rPr lang="en-US" sz="2400" b="0" strike="noStrike" spc="-1" dirty="0">
                <a:solidFill>
                  <a:schemeClr val="dk1"/>
                </a:solidFill>
                <a:latin typeface="Times New Roman"/>
              </a:rPr>
              <a:t>By automating preprocessing, feature engineering, model training, and prediction, the system provides reliable insights to investors and stakeholders. It minimizes human bias, improves decision accuracy, and supports scalable investment analysis.</a:t>
            </a:r>
            <a:endParaRPr lang="en-IN" sz="2400" b="0" strike="noStrike" spc="-1" dirty="0">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Box 4"/>
          <p:cNvSpPr/>
          <p:nvPr/>
        </p:nvSpPr>
        <p:spPr>
          <a:xfrm>
            <a:off x="841320" y="226440"/>
            <a:ext cx="865908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3200" b="1" strike="noStrike" spc="-1">
                <a:solidFill>
                  <a:schemeClr val="dk1"/>
                </a:solidFill>
                <a:latin typeface="Times New Roman"/>
              </a:rPr>
              <a:t>ARCHITECTURE OF THE SYSTEM</a:t>
            </a:r>
            <a:endParaRPr lang="en-IN" sz="3200" b="0" strike="noStrike" spc="-1">
              <a:solidFill>
                <a:srgbClr val="000000"/>
              </a:solidFill>
              <a:latin typeface="Arial"/>
            </a:endParaRPr>
          </a:p>
        </p:txBody>
      </p:sp>
      <p:pic>
        <p:nvPicPr>
          <p:cNvPr id="179" name="Picture 178"/>
          <p:cNvPicPr/>
          <p:nvPr/>
        </p:nvPicPr>
        <p:blipFill>
          <a:blip r:embed="rId2"/>
          <a:stretch/>
        </p:blipFill>
        <p:spPr>
          <a:xfrm>
            <a:off x="693335" y="803880"/>
            <a:ext cx="9533477" cy="5765064"/>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 name="Picture 179"/>
          <p:cNvPicPr/>
          <p:nvPr/>
        </p:nvPicPr>
        <p:blipFill>
          <a:blip r:embed="rId2"/>
          <a:stretch/>
        </p:blipFill>
        <p:spPr>
          <a:xfrm>
            <a:off x="713433" y="351691"/>
            <a:ext cx="9734444" cy="6308043"/>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extBox 1"/>
          <p:cNvSpPr/>
          <p:nvPr/>
        </p:nvSpPr>
        <p:spPr>
          <a:xfrm>
            <a:off x="871694" y="299975"/>
            <a:ext cx="609696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3200" b="1" strike="noStrike" spc="-1" dirty="0">
                <a:solidFill>
                  <a:schemeClr val="dk1"/>
                </a:solidFill>
                <a:latin typeface="Times New Roman"/>
              </a:rPr>
              <a:t>7. MODULE DESCRIPTION :</a:t>
            </a:r>
            <a:endParaRPr lang="en-IN" sz="3200" b="0" strike="noStrike" spc="-1" dirty="0">
              <a:solidFill>
                <a:srgbClr val="000000"/>
              </a:solidFill>
              <a:latin typeface="Arial"/>
            </a:endParaRPr>
          </a:p>
        </p:txBody>
      </p:sp>
      <p:sp>
        <p:nvSpPr>
          <p:cNvPr id="7" name="TextBox 6">
            <a:extLst>
              <a:ext uri="{FF2B5EF4-FFF2-40B4-BE49-F238E27FC236}">
                <a16:creationId xmlns:a16="http://schemas.microsoft.com/office/drawing/2014/main" id="{9C145825-3B78-635D-AEF6-35055C36CFC5}"/>
              </a:ext>
            </a:extLst>
          </p:cNvPr>
          <p:cNvSpPr txBox="1"/>
          <p:nvPr/>
        </p:nvSpPr>
        <p:spPr>
          <a:xfrm>
            <a:off x="871693" y="1007243"/>
            <a:ext cx="8713741" cy="4801314"/>
          </a:xfrm>
          <a:prstGeom prst="rect">
            <a:avLst/>
          </a:prstGeom>
          <a:noFill/>
        </p:spPr>
        <p:txBody>
          <a:bodyPr wrap="square">
            <a:spAutoFit/>
          </a:bodyPr>
          <a:lstStyle/>
          <a:p>
            <a:pPr>
              <a:buNone/>
            </a:pPr>
            <a:r>
              <a:rPr lang="en-US" b="1" dirty="0"/>
              <a:t>Data Collection Module:-</a:t>
            </a:r>
          </a:p>
          <a:p>
            <a:pPr>
              <a:buNone/>
            </a:pPr>
            <a:r>
              <a:rPr lang="en-US" dirty="0"/>
              <a:t>Collects startup funding datasets from CSV files or databases containing structured startup attributes.</a:t>
            </a:r>
          </a:p>
          <a:p>
            <a:pPr>
              <a:buNone/>
            </a:pPr>
            <a:r>
              <a:rPr lang="en-US" b="1" dirty="0"/>
              <a:t>Data Preprocessing Module:-</a:t>
            </a:r>
          </a:p>
          <a:p>
            <a:pPr>
              <a:buNone/>
            </a:pPr>
            <a:r>
              <a:rPr lang="en-US" dirty="0"/>
              <a:t>Handles missing values, duplicates, outliers, and inconsistent data formats to ensure dataset quality.</a:t>
            </a:r>
          </a:p>
          <a:p>
            <a:pPr>
              <a:buNone/>
            </a:pPr>
            <a:r>
              <a:rPr lang="en-US" b="1" dirty="0"/>
              <a:t>Feature Engineering Module:-</a:t>
            </a:r>
          </a:p>
          <a:p>
            <a:pPr>
              <a:buNone/>
            </a:pPr>
            <a:r>
              <a:rPr lang="en-US" dirty="0"/>
              <a:t>Transforms categorical variables, scales numerical features, and selects important predictors for model training.</a:t>
            </a:r>
          </a:p>
          <a:p>
            <a:pPr>
              <a:buNone/>
            </a:pPr>
            <a:r>
              <a:rPr lang="en-US" b="1" dirty="0"/>
              <a:t>Model Training Module:-</a:t>
            </a:r>
          </a:p>
          <a:p>
            <a:pPr>
              <a:buNone/>
            </a:pPr>
            <a:r>
              <a:rPr lang="en-US" dirty="0"/>
              <a:t>Implements machine learning models such as Logistic Regression, Random Forest, and </a:t>
            </a:r>
            <a:r>
              <a:rPr lang="en-US" dirty="0" err="1"/>
              <a:t>XGBoost</a:t>
            </a:r>
            <a:r>
              <a:rPr lang="en-US" dirty="0"/>
              <a:t> to predict funding outcomes.</a:t>
            </a:r>
          </a:p>
          <a:p>
            <a:pPr>
              <a:buNone/>
            </a:pPr>
            <a:r>
              <a:rPr lang="en-US" b="1" dirty="0"/>
              <a:t>Prediction &amp; Analytics Module:-</a:t>
            </a:r>
          </a:p>
          <a:p>
            <a:pPr>
              <a:buNone/>
            </a:pPr>
            <a:r>
              <a:rPr lang="en-US" dirty="0"/>
              <a:t>Predicts funding success and investment range while generating insights for investors.</a:t>
            </a:r>
          </a:p>
          <a:p>
            <a:pPr>
              <a:buNone/>
            </a:pPr>
            <a:r>
              <a:rPr lang="en-US" b="1" dirty="0"/>
              <a:t>Visualization Module:-</a:t>
            </a:r>
          </a:p>
          <a:p>
            <a:pPr>
              <a:buNone/>
            </a:pPr>
            <a:r>
              <a:rPr lang="en-US" dirty="0"/>
              <a:t>Displays trends, funding distribution, and investor insights using graphs and charts.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extBox 1"/>
          <p:cNvSpPr/>
          <p:nvPr/>
        </p:nvSpPr>
        <p:spPr>
          <a:xfrm>
            <a:off x="1208782" y="657842"/>
            <a:ext cx="723672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3200" b="1" strike="noStrike" spc="-1" dirty="0">
                <a:solidFill>
                  <a:schemeClr val="dk1"/>
                </a:solidFill>
                <a:latin typeface="Times New Roman"/>
              </a:rPr>
              <a:t>METHODOLOGY &amp; ALGORITHM :</a:t>
            </a:r>
            <a:endParaRPr lang="en-IN" sz="3200" b="0" strike="noStrike" spc="-1" dirty="0">
              <a:solidFill>
                <a:srgbClr val="000000"/>
              </a:solidFill>
              <a:latin typeface="Arial"/>
            </a:endParaRPr>
          </a:p>
        </p:txBody>
      </p:sp>
      <p:sp>
        <p:nvSpPr>
          <p:cNvPr id="3" name="TextBox 2">
            <a:extLst>
              <a:ext uri="{FF2B5EF4-FFF2-40B4-BE49-F238E27FC236}">
                <a16:creationId xmlns:a16="http://schemas.microsoft.com/office/drawing/2014/main" id="{A4E966A7-350B-DF7E-C9F8-987E1FD4008D}"/>
              </a:ext>
            </a:extLst>
          </p:cNvPr>
          <p:cNvSpPr txBox="1"/>
          <p:nvPr/>
        </p:nvSpPr>
        <p:spPr>
          <a:xfrm>
            <a:off x="1208782" y="1425350"/>
            <a:ext cx="6104372" cy="5262979"/>
          </a:xfrm>
          <a:prstGeom prst="rect">
            <a:avLst/>
          </a:prstGeom>
          <a:noFill/>
        </p:spPr>
        <p:txBody>
          <a:bodyPr wrap="square">
            <a:spAutoFit/>
          </a:bodyPr>
          <a:lstStyle/>
          <a:p>
            <a:pPr>
              <a:buNone/>
            </a:pPr>
            <a:r>
              <a:rPr lang="en-US" sz="2400" b="1" dirty="0"/>
              <a:t>Methodology:-</a:t>
            </a:r>
          </a:p>
          <a:p>
            <a:pPr>
              <a:buFont typeface="Arial" panose="020B0604020202020204" pitchFamily="34" charset="0"/>
              <a:buChar char="•"/>
            </a:pPr>
            <a:r>
              <a:rPr lang="en-US" sz="2400" dirty="0"/>
              <a:t>Problem identification and requirement analysis</a:t>
            </a:r>
          </a:p>
          <a:p>
            <a:pPr>
              <a:buFont typeface="Arial" panose="020B0604020202020204" pitchFamily="34" charset="0"/>
              <a:buChar char="•"/>
            </a:pPr>
            <a:r>
              <a:rPr lang="en-US" sz="2400" dirty="0"/>
              <a:t>Data collection and cleaning</a:t>
            </a:r>
          </a:p>
          <a:p>
            <a:pPr>
              <a:buFont typeface="Arial" panose="020B0604020202020204" pitchFamily="34" charset="0"/>
              <a:buChar char="•"/>
            </a:pPr>
            <a:r>
              <a:rPr lang="en-US" sz="2400" dirty="0"/>
              <a:t>Feature selection and transformation</a:t>
            </a:r>
          </a:p>
          <a:p>
            <a:pPr>
              <a:buFont typeface="Arial" panose="020B0604020202020204" pitchFamily="34" charset="0"/>
              <a:buChar char="•"/>
            </a:pPr>
            <a:r>
              <a:rPr lang="en-US" sz="2400" dirty="0"/>
              <a:t>Model training and evaluation</a:t>
            </a:r>
          </a:p>
          <a:p>
            <a:pPr>
              <a:buFont typeface="Arial" panose="020B0604020202020204" pitchFamily="34" charset="0"/>
              <a:buChar char="•"/>
            </a:pPr>
            <a:r>
              <a:rPr lang="en-US" sz="2400" dirty="0"/>
              <a:t>Prediction and result analysis</a:t>
            </a:r>
          </a:p>
          <a:p>
            <a:pPr>
              <a:buNone/>
            </a:pPr>
            <a:r>
              <a:rPr lang="en-US" sz="2400" b="1" dirty="0"/>
              <a:t>Algorithms Used:-</a:t>
            </a:r>
          </a:p>
          <a:p>
            <a:pPr>
              <a:buFont typeface="Arial" panose="020B0604020202020204" pitchFamily="34" charset="0"/>
              <a:buChar char="•"/>
            </a:pPr>
            <a:r>
              <a:rPr lang="en-US" sz="2400" dirty="0"/>
              <a:t>Logistic Regression</a:t>
            </a:r>
          </a:p>
          <a:p>
            <a:pPr>
              <a:buFont typeface="Arial" panose="020B0604020202020204" pitchFamily="34" charset="0"/>
              <a:buChar char="•"/>
            </a:pPr>
            <a:r>
              <a:rPr lang="en-US" sz="2400" dirty="0"/>
              <a:t>Random Forest</a:t>
            </a:r>
          </a:p>
          <a:p>
            <a:pPr>
              <a:buFont typeface="Arial" panose="020B0604020202020204" pitchFamily="34" charset="0"/>
              <a:buChar char="•"/>
            </a:pPr>
            <a:r>
              <a:rPr lang="en-US" sz="2400" dirty="0"/>
              <a:t>Decision Tree</a:t>
            </a:r>
          </a:p>
          <a:p>
            <a:pPr>
              <a:buNone/>
            </a:pPr>
            <a:r>
              <a:rPr lang="en-US" sz="2400" dirty="0"/>
              <a:t>These algorithms are suitable for classification and regression tasks related to startup funding prediction.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Box 2"/>
          <p:cNvSpPr/>
          <p:nvPr/>
        </p:nvSpPr>
        <p:spPr>
          <a:xfrm>
            <a:off x="511560" y="815040"/>
            <a:ext cx="104983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endParaRPr lang="en-IN" sz="1800" b="0" strike="noStrike" spc="-1">
              <a:solidFill>
                <a:srgbClr val="000000"/>
              </a:solidFill>
              <a:latin typeface="Arial"/>
            </a:endParaRPr>
          </a:p>
        </p:txBody>
      </p:sp>
      <p:sp>
        <p:nvSpPr>
          <p:cNvPr id="186" name="TextBox 4"/>
          <p:cNvSpPr/>
          <p:nvPr/>
        </p:nvSpPr>
        <p:spPr>
          <a:xfrm>
            <a:off x="633960" y="-6144"/>
            <a:ext cx="609372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3200" b="1" strike="noStrike" spc="-1" dirty="0">
                <a:solidFill>
                  <a:schemeClr val="dk1"/>
                </a:solidFill>
                <a:latin typeface="Times New Roman"/>
              </a:rPr>
              <a:t>ALGORITHM: </a:t>
            </a:r>
            <a:endParaRPr lang="en-IN" sz="3200" b="0" strike="noStrike" spc="-1" dirty="0">
              <a:solidFill>
                <a:srgbClr val="000000"/>
              </a:solidFill>
              <a:latin typeface="Arial"/>
            </a:endParaRPr>
          </a:p>
        </p:txBody>
      </p:sp>
      <p:sp>
        <p:nvSpPr>
          <p:cNvPr id="187" name="Rectangle 1"/>
          <p:cNvSpPr/>
          <p:nvPr/>
        </p:nvSpPr>
        <p:spPr>
          <a:xfrm>
            <a:off x="633960" y="3575880"/>
            <a:ext cx="11073240" cy="131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spAutoFit/>
          </a:bodyPr>
          <a:lstStyle/>
          <a:p>
            <a:pPr marL="457200" indent="-457200" algn="just" defTabSz="914400">
              <a:lnSpc>
                <a:spcPct val="100000"/>
              </a:lnSpc>
              <a:buClr>
                <a:srgbClr val="000000"/>
              </a:buClr>
              <a:buFont typeface="Meiryo"/>
              <a:buAutoNum type="alphaLcPeriod"/>
            </a:pPr>
            <a:endParaRPr lang="en-IN" sz="1800" b="0" strike="noStrike" spc="-1">
              <a:solidFill>
                <a:srgbClr val="000000"/>
              </a:solidFill>
              <a:latin typeface="Arial"/>
            </a:endParaRPr>
          </a:p>
        </p:txBody>
      </p:sp>
      <p:sp>
        <p:nvSpPr>
          <p:cNvPr id="188" name="TextBox 187"/>
          <p:cNvSpPr txBox="1"/>
          <p:nvPr/>
        </p:nvSpPr>
        <p:spPr>
          <a:xfrm>
            <a:off x="399888" y="571296"/>
            <a:ext cx="9708754" cy="4462043"/>
          </a:xfrm>
          <a:prstGeom prst="rect">
            <a:avLst/>
          </a:prstGeom>
          <a:noFill/>
          <a:ln w="0">
            <a:noFill/>
          </a:ln>
        </p:spPr>
        <p:txBody>
          <a:bodyPr lIns="90000" tIns="45000" rIns="90000" bIns="45000" anchor="t">
            <a:noAutofit/>
          </a:bodyPr>
          <a:lstStyle/>
          <a:p>
            <a:r>
              <a:rPr lang="en-IN" b="1" strike="noStrike" spc="-1" dirty="0">
                <a:solidFill>
                  <a:srgbClr val="000000"/>
                </a:solidFill>
                <a:latin typeface="Arial"/>
              </a:rPr>
              <a:t>Input Dataset:-</a:t>
            </a:r>
          </a:p>
          <a:p>
            <a:r>
              <a:rPr lang="en-IN" b="0" strike="noStrike" spc="-1" dirty="0">
                <a:solidFill>
                  <a:srgbClr val="000000"/>
                </a:solidFill>
                <a:latin typeface="Arial"/>
              </a:rPr>
              <a:t>Collect historical startup funding data containing attributes such as sector, location, founding year, funding rounds, and founder background.</a:t>
            </a:r>
          </a:p>
          <a:p>
            <a:r>
              <a:rPr lang="en-IN" b="1" strike="noStrike" spc="-1" dirty="0">
                <a:solidFill>
                  <a:srgbClr val="000000"/>
                </a:solidFill>
                <a:latin typeface="Arial"/>
              </a:rPr>
              <a:t>Data Preprocessing:-</a:t>
            </a:r>
          </a:p>
          <a:p>
            <a:r>
              <a:rPr lang="en-IN" b="0" strike="noStrike" spc="-1" dirty="0">
                <a:solidFill>
                  <a:srgbClr val="000000"/>
                </a:solidFill>
                <a:latin typeface="Arial"/>
              </a:rPr>
              <a:t>Remove duplicate records, handle missing values, encode categorical features, and normalize numerical data.</a:t>
            </a:r>
          </a:p>
          <a:p>
            <a:r>
              <a:rPr lang="en-IN" b="1" strike="noStrike" spc="-1" dirty="0">
                <a:solidFill>
                  <a:srgbClr val="000000"/>
                </a:solidFill>
                <a:latin typeface="Arial"/>
              </a:rPr>
              <a:t>Feature Engineering:-</a:t>
            </a:r>
          </a:p>
          <a:p>
            <a:r>
              <a:rPr lang="en-IN" b="0" strike="noStrike" spc="-1" dirty="0">
                <a:solidFill>
                  <a:srgbClr val="000000"/>
                </a:solidFill>
                <a:latin typeface="Arial"/>
              </a:rPr>
              <a:t>Extract meaningful features such as startup age, sector-wise funding trends, and funding stage indicators</a:t>
            </a:r>
          </a:p>
          <a:p>
            <a:r>
              <a:rPr lang="en-IN" b="1" strike="noStrike" spc="-1" dirty="0">
                <a:solidFill>
                  <a:srgbClr val="000000"/>
                </a:solidFill>
                <a:latin typeface="Arial"/>
              </a:rPr>
              <a:t>Dataset Splitting:-</a:t>
            </a:r>
          </a:p>
          <a:p>
            <a:r>
              <a:rPr lang="en-IN" b="0" strike="noStrike" spc="-1" dirty="0">
                <a:solidFill>
                  <a:srgbClr val="000000"/>
                </a:solidFill>
                <a:latin typeface="Arial"/>
              </a:rPr>
              <a:t>Split the dataset into training and testing sets for model validation.</a:t>
            </a:r>
          </a:p>
          <a:p>
            <a:r>
              <a:rPr lang="en-IN" b="1" strike="noStrike" spc="-1" dirty="0">
                <a:solidFill>
                  <a:srgbClr val="000000"/>
                </a:solidFill>
                <a:latin typeface="Arial"/>
              </a:rPr>
              <a:t>Model Training:-</a:t>
            </a:r>
          </a:p>
          <a:p>
            <a:r>
              <a:rPr lang="en-IN" b="0" strike="noStrike" spc="-1" dirty="0">
                <a:solidFill>
                  <a:srgbClr val="000000"/>
                </a:solidFill>
                <a:latin typeface="Arial"/>
              </a:rPr>
              <a:t>Train supervised machine learning algorithms such as Logistic Regression, Decision Tree, Random Forest, and Gradient Boosting.</a:t>
            </a:r>
          </a:p>
          <a:p>
            <a:r>
              <a:rPr lang="en-IN" b="1" strike="noStrike" spc="-1" dirty="0">
                <a:solidFill>
                  <a:srgbClr val="000000"/>
                </a:solidFill>
                <a:latin typeface="Arial"/>
              </a:rPr>
              <a:t>Model Selection:-</a:t>
            </a:r>
          </a:p>
          <a:p>
            <a:r>
              <a:rPr lang="en-IN" b="0" strike="noStrike" spc="-1" dirty="0">
                <a:solidFill>
                  <a:srgbClr val="000000"/>
                </a:solidFill>
                <a:latin typeface="Arial"/>
              </a:rPr>
              <a:t>Evaluate models using accuracy and error metrics and select the best-performing model.</a:t>
            </a:r>
          </a:p>
          <a:p>
            <a:r>
              <a:rPr lang="en-IN" b="1" strike="noStrike" spc="-1" dirty="0">
                <a:solidFill>
                  <a:srgbClr val="000000"/>
                </a:solidFill>
                <a:latin typeface="Arial"/>
              </a:rPr>
              <a:t>Prediction:-</a:t>
            </a:r>
          </a:p>
          <a:p>
            <a:r>
              <a:rPr lang="en-IN" b="0" strike="noStrike" spc="-1" dirty="0">
                <a:solidFill>
                  <a:srgbClr val="000000"/>
                </a:solidFill>
                <a:latin typeface="Arial"/>
              </a:rPr>
              <a:t>Predict startup funding success and estimate the potential investment amount for new startup data</a:t>
            </a:r>
          </a:p>
          <a:p>
            <a:r>
              <a:rPr lang="en-IN" b="1" strike="noStrike" spc="-1" dirty="0">
                <a:solidFill>
                  <a:srgbClr val="000000"/>
                </a:solidFill>
                <a:latin typeface="Arial"/>
              </a:rPr>
              <a:t>Result Analysis:-</a:t>
            </a:r>
          </a:p>
          <a:p>
            <a:r>
              <a:rPr lang="en-IN" b="0" strike="noStrike" spc="-1" dirty="0">
                <a:solidFill>
                  <a:srgbClr val="000000"/>
                </a:solidFill>
                <a:latin typeface="Arial"/>
              </a:rPr>
              <a:t>Display prediction results and analytical insights to support data-driven investment decisions.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Box 1"/>
          <p:cNvSpPr/>
          <p:nvPr/>
        </p:nvSpPr>
        <p:spPr>
          <a:xfrm>
            <a:off x="379326" y="507420"/>
            <a:ext cx="881100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3200" b="1" strike="noStrike" spc="-1" dirty="0">
                <a:solidFill>
                  <a:schemeClr val="dk1"/>
                </a:solidFill>
                <a:latin typeface="Times New Roman"/>
              </a:rPr>
              <a:t>IMPLEMENTATION &amp; EXECUTION :</a:t>
            </a:r>
            <a:endParaRPr lang="en-IN" sz="3200" b="0" strike="noStrike" spc="-1" dirty="0">
              <a:solidFill>
                <a:srgbClr val="000000"/>
              </a:solidFill>
              <a:latin typeface="Arial"/>
            </a:endParaRPr>
          </a:p>
        </p:txBody>
      </p:sp>
      <p:sp>
        <p:nvSpPr>
          <p:cNvPr id="190" name="TextBox 3"/>
          <p:cNvSpPr/>
          <p:nvPr/>
        </p:nvSpPr>
        <p:spPr>
          <a:xfrm>
            <a:off x="755683" y="796140"/>
            <a:ext cx="10881000" cy="66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457200" indent="-457200" algn="just" defTabSz="914400">
              <a:lnSpc>
                <a:spcPct val="100000"/>
              </a:lnSpc>
              <a:buClr>
                <a:srgbClr val="000000"/>
              </a:buClr>
              <a:buFont typeface="Meiryo"/>
              <a:buAutoNum type="arabicPeriod"/>
            </a:pPr>
            <a:endParaRPr lang="en-IN" sz="1800" b="0" strike="noStrike" spc="-1">
              <a:solidFill>
                <a:srgbClr val="000000"/>
              </a:solidFill>
              <a:latin typeface="Arial"/>
            </a:endParaRPr>
          </a:p>
        </p:txBody>
      </p:sp>
      <p:sp>
        <p:nvSpPr>
          <p:cNvPr id="191" name="TextBox 190"/>
          <p:cNvSpPr txBox="1"/>
          <p:nvPr/>
        </p:nvSpPr>
        <p:spPr>
          <a:xfrm>
            <a:off x="555317" y="1373580"/>
            <a:ext cx="9103629" cy="4464512"/>
          </a:xfrm>
          <a:prstGeom prst="rect">
            <a:avLst/>
          </a:prstGeom>
          <a:noFill/>
          <a:ln w="0">
            <a:noFill/>
          </a:ln>
        </p:spPr>
        <p:txBody>
          <a:bodyPr lIns="90000" tIns="45000" rIns="90000" bIns="45000" anchor="t">
            <a:noAutofit/>
          </a:bodyPr>
          <a:lstStyle/>
          <a:p>
            <a:r>
              <a:rPr lang="en-IN" sz="3200" strike="noStrike" spc="-1" dirty="0">
                <a:solidFill>
                  <a:srgbClr val="000000"/>
                </a:solidFill>
                <a:latin typeface="Arial"/>
              </a:rPr>
              <a:t>1.The system is implemented using Python and machine learning libraries.</a:t>
            </a:r>
          </a:p>
          <a:p>
            <a:r>
              <a:rPr lang="en-IN" sz="3200" strike="noStrike" spc="-1" dirty="0">
                <a:solidFill>
                  <a:srgbClr val="000000"/>
                </a:solidFill>
                <a:latin typeface="Arial"/>
              </a:rPr>
              <a:t>2. The dataset is first cleaned and </a:t>
            </a:r>
            <a:r>
              <a:rPr lang="en-IN" sz="3200" strike="noStrike" spc="-1" dirty="0" err="1">
                <a:solidFill>
                  <a:srgbClr val="000000"/>
                </a:solidFill>
                <a:latin typeface="Arial"/>
              </a:rPr>
              <a:t>preprocessed</a:t>
            </a:r>
            <a:r>
              <a:rPr lang="en-IN" sz="3200" strike="noStrike" spc="-1" dirty="0">
                <a:solidFill>
                  <a:srgbClr val="000000"/>
                </a:solidFill>
                <a:latin typeface="Arial"/>
              </a:rPr>
              <a:t>. Feature engineering techniques are applied to improve model performance. </a:t>
            </a:r>
          </a:p>
          <a:p>
            <a:r>
              <a:rPr lang="en-IN" sz="3200" strike="noStrike" spc="-1" dirty="0">
                <a:solidFill>
                  <a:srgbClr val="000000"/>
                </a:solidFill>
                <a:latin typeface="Arial"/>
              </a:rPr>
              <a:t>3.Trained models predict the funding outcome and estimated funding amount.</a:t>
            </a:r>
          </a:p>
          <a:p>
            <a:r>
              <a:rPr lang="en-IN" sz="3200" spc="-1" dirty="0">
                <a:solidFill>
                  <a:srgbClr val="000000"/>
                </a:solidFill>
                <a:latin typeface="Arial"/>
              </a:rPr>
              <a:t>4.</a:t>
            </a:r>
            <a:r>
              <a:rPr lang="en-IN" sz="3200" strike="noStrike" spc="-1" dirty="0">
                <a:solidFill>
                  <a:srgbClr val="000000"/>
                </a:solidFill>
                <a:latin typeface="Arial"/>
              </a:rPr>
              <a:t> The best-performing model is selected based on accuracy and evaluation metrics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1479121" y="198000"/>
            <a:ext cx="8769960" cy="623869"/>
          </a:xfrm>
          <a:prstGeom prst="rect">
            <a:avLst/>
          </a:prstGeom>
          <a:noFill/>
          <a:ln w="0">
            <a:noFill/>
          </a:ln>
        </p:spPr>
        <p:txBody>
          <a:bodyPr lIns="109800" tIns="109800" rIns="109800" bIns="91440" anchor="b">
            <a:noAutofit/>
          </a:bodyPr>
          <a:lstStyle/>
          <a:p>
            <a:pPr indent="0" algn="ctr" defTabSz="914400">
              <a:lnSpc>
                <a:spcPct val="130000"/>
              </a:lnSpc>
              <a:buNone/>
              <a:tabLst>
                <a:tab pos="0" algn="l"/>
              </a:tabLst>
            </a:pPr>
            <a:r>
              <a:rPr lang="en-US" sz="3200" b="1" strike="noStrike" spc="145" dirty="0">
                <a:solidFill>
                  <a:schemeClr val="dk1">
                    <a:lumMod val="75000"/>
                    <a:lumOff val="25000"/>
                  </a:schemeClr>
                </a:solidFill>
                <a:latin typeface="Times New Roman"/>
              </a:rPr>
              <a:t>OUTPUT SCREENSHOTS</a:t>
            </a:r>
            <a:endParaRPr lang="en-IN" sz="3200" b="0" strike="noStrike" spc="-1" dirty="0">
              <a:solidFill>
                <a:srgbClr val="000000"/>
              </a:solidFill>
              <a:latin typeface="Arial"/>
            </a:endParaRPr>
          </a:p>
        </p:txBody>
      </p:sp>
      <p:pic>
        <p:nvPicPr>
          <p:cNvPr id="193" name="Picture 192"/>
          <p:cNvPicPr/>
          <p:nvPr/>
        </p:nvPicPr>
        <p:blipFill>
          <a:blip r:embed="rId2"/>
          <a:stretch/>
        </p:blipFill>
        <p:spPr>
          <a:xfrm>
            <a:off x="340801" y="974520"/>
            <a:ext cx="5441400" cy="4908960"/>
          </a:xfrm>
          <a:prstGeom prst="rect">
            <a:avLst/>
          </a:prstGeom>
          <a:ln w="0">
            <a:noFill/>
          </a:ln>
        </p:spPr>
      </p:pic>
      <p:pic>
        <p:nvPicPr>
          <p:cNvPr id="194" name="Picture 193"/>
          <p:cNvPicPr/>
          <p:nvPr/>
        </p:nvPicPr>
        <p:blipFill>
          <a:blip r:embed="rId3"/>
          <a:stretch/>
        </p:blipFill>
        <p:spPr>
          <a:xfrm>
            <a:off x="6096000" y="1395455"/>
            <a:ext cx="4758840" cy="432000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 name="Picture 194"/>
          <p:cNvPicPr/>
          <p:nvPr/>
        </p:nvPicPr>
        <p:blipFill>
          <a:blip r:embed="rId2"/>
          <a:stretch/>
        </p:blipFill>
        <p:spPr>
          <a:xfrm>
            <a:off x="1969274" y="333269"/>
            <a:ext cx="6069960" cy="2335320"/>
          </a:xfrm>
          <a:prstGeom prst="rect">
            <a:avLst/>
          </a:prstGeom>
          <a:ln w="0">
            <a:noFill/>
          </a:ln>
        </p:spPr>
      </p:pic>
      <p:pic>
        <p:nvPicPr>
          <p:cNvPr id="196" name="Picture 195"/>
          <p:cNvPicPr/>
          <p:nvPr/>
        </p:nvPicPr>
        <p:blipFill>
          <a:blip r:embed="rId3"/>
          <a:stretch/>
        </p:blipFill>
        <p:spPr>
          <a:xfrm>
            <a:off x="1636302" y="1932997"/>
            <a:ext cx="6051240" cy="487476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Picture 196"/>
          <p:cNvPicPr/>
          <p:nvPr/>
        </p:nvPicPr>
        <p:blipFill>
          <a:blip r:embed="rId2"/>
          <a:stretch/>
        </p:blipFill>
        <p:spPr>
          <a:xfrm>
            <a:off x="1049685" y="234174"/>
            <a:ext cx="8530560" cy="6317351"/>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1080000" y="1014884"/>
            <a:ext cx="8769960" cy="130628"/>
          </a:xfrm>
          <a:prstGeom prst="rect">
            <a:avLst/>
          </a:prstGeom>
          <a:noFill/>
          <a:ln w="0">
            <a:noFill/>
          </a:ln>
        </p:spPr>
        <p:txBody>
          <a:bodyPr lIns="109800" tIns="109800" rIns="109800" bIns="91440" anchor="b">
            <a:noAutofit/>
          </a:bodyPr>
          <a:lstStyle/>
          <a:p>
            <a:pPr indent="0" defTabSz="914400">
              <a:lnSpc>
                <a:spcPct val="130000"/>
              </a:lnSpc>
              <a:buNone/>
              <a:tabLst>
                <a:tab pos="0" algn="l"/>
              </a:tabLst>
            </a:pPr>
            <a:r>
              <a:rPr lang="en-US" sz="3200" b="1" strike="noStrike" spc="145" dirty="0">
                <a:solidFill>
                  <a:schemeClr val="dk1">
                    <a:lumMod val="75000"/>
                    <a:lumOff val="25000"/>
                  </a:schemeClr>
                </a:solidFill>
                <a:latin typeface="Times New Roman"/>
              </a:rPr>
              <a:t>8. FUTURE SCOPE</a:t>
            </a:r>
            <a:endParaRPr lang="en-IN" sz="3200" b="0" strike="noStrike" spc="-1" dirty="0">
              <a:solidFill>
                <a:srgbClr val="000000"/>
              </a:solidFill>
              <a:latin typeface="Arial"/>
            </a:endParaRPr>
          </a:p>
        </p:txBody>
      </p:sp>
      <p:sp>
        <p:nvSpPr>
          <p:cNvPr id="199" name="Rectangle 1"/>
          <p:cNvSpPr/>
          <p:nvPr/>
        </p:nvSpPr>
        <p:spPr>
          <a:xfrm>
            <a:off x="1080000" y="2342160"/>
            <a:ext cx="9787680" cy="405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spAutoFit/>
          </a:bodyPr>
          <a:lstStyle/>
          <a:p>
            <a:pPr marL="285840" indent="-285840" algn="just" defTabSz="914400">
              <a:lnSpc>
                <a:spcPct val="100000"/>
              </a:lnSpc>
              <a:buClr>
                <a:srgbClr val="000000"/>
              </a:buClr>
              <a:buFont typeface="Wingdings" charset="2"/>
              <a:buChar char=""/>
            </a:pPr>
            <a:endParaRPr lang="en-IN" sz="1800" b="0" strike="noStrike" spc="-1">
              <a:solidFill>
                <a:srgbClr val="000000"/>
              </a:solidFill>
              <a:latin typeface="Arial"/>
            </a:endParaRPr>
          </a:p>
        </p:txBody>
      </p:sp>
      <p:sp>
        <p:nvSpPr>
          <p:cNvPr id="200" name="TextBox 199"/>
          <p:cNvSpPr txBox="1"/>
          <p:nvPr/>
        </p:nvSpPr>
        <p:spPr>
          <a:xfrm>
            <a:off x="1190429" y="1532292"/>
            <a:ext cx="5516280" cy="2394360"/>
          </a:xfrm>
          <a:prstGeom prst="rect">
            <a:avLst/>
          </a:prstGeom>
          <a:noFill/>
          <a:ln w="0">
            <a:noFill/>
          </a:ln>
        </p:spPr>
        <p:txBody>
          <a:bodyPr lIns="90000" tIns="45000" rIns="90000" bIns="45000" anchor="t">
            <a:noAutofit/>
          </a:bodyPr>
          <a:lstStyle/>
          <a:p>
            <a:r>
              <a:rPr lang="en-IN" sz="2400" b="0" strike="noStrike" spc="-1" dirty="0">
                <a:solidFill>
                  <a:srgbClr val="000000"/>
                </a:solidFill>
                <a:latin typeface="Arial"/>
              </a:rPr>
              <a:t>1.Integration with real-time startup databases</a:t>
            </a:r>
          </a:p>
          <a:p>
            <a:endParaRPr lang="en-IN" sz="2400" b="0" strike="noStrike" spc="-1" dirty="0">
              <a:solidFill>
                <a:srgbClr val="000000"/>
              </a:solidFill>
              <a:latin typeface="Arial"/>
            </a:endParaRPr>
          </a:p>
          <a:p>
            <a:r>
              <a:rPr lang="en-IN" sz="2400" b="0" strike="noStrike" spc="-1" dirty="0">
                <a:solidFill>
                  <a:srgbClr val="000000"/>
                </a:solidFill>
                <a:latin typeface="Arial"/>
              </a:rPr>
              <a:t>2.Use of deep learning models for advanced prediction</a:t>
            </a:r>
          </a:p>
          <a:p>
            <a:endParaRPr lang="en-IN" sz="2400" b="0" strike="noStrike" spc="-1" dirty="0">
              <a:solidFill>
                <a:srgbClr val="000000"/>
              </a:solidFill>
              <a:latin typeface="Arial"/>
            </a:endParaRPr>
          </a:p>
          <a:p>
            <a:r>
              <a:rPr lang="en-IN" sz="2400" b="0" strike="noStrike" spc="-1" dirty="0">
                <a:solidFill>
                  <a:srgbClr val="000000"/>
                </a:solidFill>
                <a:latin typeface="Arial"/>
              </a:rPr>
              <a:t>3.Investor recommendation system</a:t>
            </a:r>
          </a:p>
          <a:p>
            <a:endParaRPr lang="en-IN" sz="2400" b="0" strike="noStrike" spc="-1" dirty="0">
              <a:solidFill>
                <a:srgbClr val="000000"/>
              </a:solidFill>
              <a:latin typeface="Arial"/>
            </a:endParaRPr>
          </a:p>
          <a:p>
            <a:r>
              <a:rPr lang="en-IN" sz="2400" b="0" strike="noStrike" spc="-1" dirty="0">
                <a:solidFill>
                  <a:srgbClr val="000000"/>
                </a:solidFill>
                <a:latin typeface="Arial"/>
              </a:rPr>
              <a:t>4.Web-based interactive dashboard</a:t>
            </a:r>
          </a:p>
          <a:p>
            <a:endParaRPr lang="en-IN" sz="2400" b="0" strike="noStrike" spc="-1" dirty="0">
              <a:solidFill>
                <a:srgbClr val="000000"/>
              </a:solidFill>
              <a:latin typeface="Arial"/>
            </a:endParaRPr>
          </a:p>
          <a:p>
            <a:r>
              <a:rPr lang="en-IN" sz="2400" b="0" strike="noStrike" spc="-1" dirty="0">
                <a:solidFill>
                  <a:srgbClr val="000000"/>
                </a:solidFill>
                <a:latin typeface="Arial"/>
              </a:rPr>
              <a:t>5.Inclusion of macroeconomic indicators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952560" y="0"/>
            <a:ext cx="8769960" cy="1344600"/>
          </a:xfrm>
          <a:prstGeom prst="rect">
            <a:avLst/>
          </a:prstGeom>
          <a:noFill/>
          <a:ln w="0">
            <a:noFill/>
          </a:ln>
        </p:spPr>
        <p:txBody>
          <a:bodyPr lIns="109800" tIns="109800" rIns="109800" bIns="91440" anchor="b">
            <a:normAutofit/>
          </a:bodyPr>
          <a:lstStyle/>
          <a:p>
            <a:pPr indent="0" defTabSz="914400">
              <a:lnSpc>
                <a:spcPct val="130000"/>
              </a:lnSpc>
              <a:buNone/>
              <a:tabLst>
                <a:tab pos="0" algn="l"/>
              </a:tabLst>
            </a:pPr>
            <a:r>
              <a:rPr lang="en-US" sz="3200" b="1" strike="noStrike" spc="145" dirty="0">
                <a:solidFill>
                  <a:schemeClr val="dk1">
                    <a:lumMod val="75000"/>
                    <a:lumOff val="25000"/>
                  </a:schemeClr>
                </a:solidFill>
                <a:latin typeface="Meiryo"/>
              </a:rPr>
              <a:t>9. CONCLUSION</a:t>
            </a:r>
            <a:endParaRPr lang="en-IN" sz="3200" b="0" strike="noStrike" spc="-1" dirty="0">
              <a:solidFill>
                <a:srgbClr val="000000"/>
              </a:solidFill>
              <a:latin typeface="Arial"/>
            </a:endParaRPr>
          </a:p>
        </p:txBody>
      </p:sp>
      <p:sp>
        <p:nvSpPr>
          <p:cNvPr id="202" name="Rectangle 1"/>
          <p:cNvSpPr/>
          <p:nvPr/>
        </p:nvSpPr>
        <p:spPr>
          <a:xfrm>
            <a:off x="952560" y="2467440"/>
            <a:ext cx="10286280" cy="338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1" spcCol="0" anchor="ctr">
            <a:spAutoFit/>
          </a:bodyPr>
          <a:lstStyle/>
          <a:p>
            <a:pPr algn="just" defTabSz="914400">
              <a:lnSpc>
                <a:spcPct val="100000"/>
              </a:lnSpc>
              <a:tabLst>
                <a:tab pos="0" algn="l"/>
              </a:tabLst>
            </a:pPr>
            <a:endParaRPr lang="en-IN" sz="1800" b="0" strike="noStrike" spc="-1">
              <a:solidFill>
                <a:srgbClr val="000000"/>
              </a:solidFill>
              <a:latin typeface="Arial"/>
            </a:endParaRPr>
          </a:p>
        </p:txBody>
      </p:sp>
      <p:sp>
        <p:nvSpPr>
          <p:cNvPr id="203" name="TextBox 202"/>
          <p:cNvSpPr txBox="1"/>
          <p:nvPr/>
        </p:nvSpPr>
        <p:spPr>
          <a:xfrm>
            <a:off x="638695" y="1910160"/>
            <a:ext cx="9397689" cy="1114560"/>
          </a:xfrm>
          <a:prstGeom prst="rect">
            <a:avLst/>
          </a:prstGeom>
          <a:noFill/>
          <a:ln w="0">
            <a:noFill/>
          </a:ln>
        </p:spPr>
        <p:txBody>
          <a:bodyPr lIns="90000" tIns="45000" rIns="90000" bIns="45000" anchor="t">
            <a:noAutofit/>
          </a:bodyPr>
          <a:lstStyle/>
          <a:p>
            <a:r>
              <a:rPr lang="en-IN" sz="2800" b="0" strike="noStrike" spc="-1" dirty="0">
                <a:solidFill>
                  <a:srgbClr val="000000"/>
                </a:solidFill>
                <a:latin typeface="Arial"/>
              </a:rPr>
              <a:t>This project successfully demonstrates the application of machine learning in startup funding prediction and investment analytics. By converting historical startup data into actionable insights, the system helps investors make informed decisions and reduces investment risk. The proposed solution enhances transparency, efficiency, and accuracy in the startup investment ecosystem.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TextBox 2"/>
          <p:cNvSpPr/>
          <p:nvPr/>
        </p:nvSpPr>
        <p:spPr>
          <a:xfrm>
            <a:off x="0" y="0"/>
            <a:ext cx="11487807" cy="6879019"/>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539640" algn="just" defTabSz="914400">
              <a:lnSpc>
                <a:spcPct val="150000"/>
              </a:lnSpc>
            </a:pPr>
            <a:r>
              <a:rPr lang="en-US" sz="2400" b="1" strike="noStrike" spc="-1" dirty="0">
                <a:solidFill>
                  <a:schemeClr val="dk1"/>
                </a:solidFill>
                <a:latin typeface="Times New Roman"/>
                <a:ea typeface="Times New Roman"/>
              </a:rPr>
              <a:t>References:-</a:t>
            </a:r>
          </a:p>
          <a:p>
            <a:pPr marL="539640" algn="just" defTabSz="914400">
              <a:lnSpc>
                <a:spcPct val="150000"/>
              </a:lnSpc>
            </a:pPr>
            <a:r>
              <a:rPr lang="en-US" sz="1600" b="0" strike="noStrike" spc="-1" dirty="0">
                <a:solidFill>
                  <a:schemeClr val="dk1"/>
                </a:solidFill>
                <a:latin typeface="Times New Roman"/>
                <a:ea typeface="Times New Roman"/>
              </a:rPr>
              <a:t>T. M. Kakati and J. Roy, “Predicting startup success using machine learning techniques,” International Journal of Business Analytics, vol. 6, no. 3, pp. 45–58, 2019.</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C. Mollick, “The dynamics of crowdfunding: An exploratory study,” Journal of Business Venturing, vol. 29, no. 1, pp. 1–16, 2014.</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S. Shrestha and P. Shrestha, “Startup funding prediction using supervised machine learning,” IEEE International Conference on Data Science, 2020, pp. 312–318.</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I. H. Witten, E. Frank, and M. A. Hall,</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Data Mining: Practical Machine Learning Tools and Techniques, 3rd ed., Morgan Kaufmann, 2011.</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T. Hastie, R. </a:t>
            </a:r>
            <a:r>
              <a:rPr lang="en-US" sz="1600" b="0" strike="noStrike" spc="-1" dirty="0" err="1">
                <a:solidFill>
                  <a:schemeClr val="dk1"/>
                </a:solidFill>
                <a:latin typeface="Times New Roman"/>
                <a:ea typeface="Times New Roman"/>
              </a:rPr>
              <a:t>Tibshirani</a:t>
            </a:r>
            <a:r>
              <a:rPr lang="en-US" sz="1600" b="0" strike="noStrike" spc="-1" dirty="0">
                <a:solidFill>
                  <a:schemeClr val="dk1"/>
                </a:solidFill>
                <a:latin typeface="Times New Roman"/>
                <a:ea typeface="Times New Roman"/>
              </a:rPr>
              <a:t>, and J. Friedman,</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The Elements of Statistical Learning, Springer, 2009.</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Scikit-Learn Documentation.</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Available: https://scikit-learn.org</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Kaggle Datasets – Startup Funding &amp; Investment Data.</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Available: https://www.kaggle.com</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J. Han, M. Kamber, and J. Pei,</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Data Mining: Concepts and Techniques, 3rd ed., Elsevier, 2012.</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Python Software Foundation,</a:t>
            </a:r>
            <a:endParaRPr lang="en-IN" sz="1600" b="0" strike="noStrike" spc="-1" dirty="0">
              <a:solidFill>
                <a:srgbClr val="000000"/>
              </a:solidFill>
              <a:latin typeface="Arial"/>
            </a:endParaRPr>
          </a:p>
          <a:p>
            <a:pPr marL="539640" algn="just" defTabSz="914400">
              <a:lnSpc>
                <a:spcPct val="150000"/>
              </a:lnSpc>
            </a:pPr>
            <a:r>
              <a:rPr lang="en-US" sz="1600" b="0" strike="noStrike" spc="-1" dirty="0">
                <a:solidFill>
                  <a:schemeClr val="dk1"/>
                </a:solidFill>
                <a:latin typeface="Times New Roman"/>
                <a:ea typeface="Times New Roman"/>
              </a:rPr>
              <a:t>Python Language Reference, Available: https://www.python.org</a:t>
            </a:r>
            <a:endParaRPr lang="en-IN" sz="1600" b="0" strike="noStrike" spc="-1" dirty="0">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idx="4294967295"/>
          </p:nvPr>
        </p:nvSpPr>
        <p:spPr>
          <a:xfrm>
            <a:off x="5570483" y="1565275"/>
            <a:ext cx="4960883" cy="4488684"/>
          </a:xfrm>
          <a:prstGeom prst="rect">
            <a:avLst/>
          </a:prstGeom>
          <a:noFill/>
          <a:ln w="0">
            <a:noFill/>
          </a:ln>
        </p:spPr>
        <p:txBody>
          <a:bodyPr lIns="109800" tIns="109800" rIns="109800" bIns="91440" anchor="b">
            <a:normAutofit/>
          </a:bodyPr>
          <a:lstStyle/>
          <a:p>
            <a:pPr indent="0" algn="ctr" defTabSz="914400">
              <a:lnSpc>
                <a:spcPct val="100000"/>
              </a:lnSpc>
              <a:buNone/>
              <a:tabLst>
                <a:tab pos="0" algn="l"/>
              </a:tabLst>
            </a:pPr>
            <a:r>
              <a:rPr lang="en-US" sz="8000" b="1" strike="noStrike" spc="145" dirty="0">
                <a:solidFill>
                  <a:schemeClr val="dk1">
                    <a:lumMod val="75000"/>
                    <a:lumOff val="25000"/>
                  </a:schemeClr>
                </a:solidFill>
                <a:latin typeface="Meiryo"/>
              </a:rPr>
              <a:t>Thank You</a:t>
            </a:r>
            <a:endParaRPr lang="en-IN" sz="80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a:fillStyleLst>
        <a:solidFill>
          <a:schemeClr val="phClr"/>
        </a:solidFill>
        <a:solidFill>
          <a:schemeClr val="phClr">
            <a:tint val="67000"/>
          </a:schemeClr>
        </a:solidFill>
        <a:gradFill>
          <a:gsLst>
            <a:gs pos="0">
              <a:schemeClr val="phClr">
                <a:tint val="94000"/>
                <a:lumMod val="102000"/>
              </a:schemeClr>
            </a:gs>
            <a:gs pos="50000">
              <a:schemeClr val="phClr">
                <a:shade val="100000"/>
                <a:lumMod val="100000"/>
              </a:schemeClr>
            </a:gs>
            <a:gs pos="100000">
              <a:schemeClr val="phClr">
                <a:shade val="70000"/>
                <a:lumMod val="99000"/>
              </a:schemeClr>
            </a:gs>
          </a:gsLst>
          <a:path path="circle">
            <a:fillToRect l="100000" t="100000" r="100000" b="100000"/>
          </a:path>
          <a:tileRect/>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a:fillStyleLst>
        <a:solidFill>
          <a:schemeClr val="phClr"/>
        </a:solidFill>
        <a:solidFill>
          <a:schemeClr val="phClr">
            <a:tint val="67000"/>
          </a:schemeClr>
        </a:solidFill>
        <a:gradFill>
          <a:gsLst>
            <a:gs pos="0">
              <a:schemeClr val="phClr">
                <a:tint val="94000"/>
                <a:lumMod val="102000"/>
              </a:schemeClr>
            </a:gs>
            <a:gs pos="50000">
              <a:schemeClr val="phClr">
                <a:shade val="100000"/>
                <a:lumMod val="100000"/>
              </a:schemeClr>
            </a:gs>
            <a:gs pos="100000">
              <a:schemeClr val="phClr">
                <a:shade val="70000"/>
                <a:lumMod val="99000"/>
              </a:schemeClr>
            </a:gs>
          </a:gsLst>
          <a:path path="circle">
            <a:fillToRect l="100000" t="100000" r="100000" b="100000"/>
          </a:path>
          <a:tileRect/>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a:fillStyleLst>
        <a:solidFill>
          <a:schemeClr val="phClr"/>
        </a:solidFill>
        <a:solidFill>
          <a:schemeClr val="phClr">
            <a:tint val="67000"/>
          </a:schemeClr>
        </a:solidFill>
        <a:gradFill>
          <a:gsLst>
            <a:gs pos="0">
              <a:schemeClr val="phClr">
                <a:tint val="94000"/>
                <a:lumMod val="102000"/>
              </a:schemeClr>
            </a:gs>
            <a:gs pos="50000">
              <a:schemeClr val="phClr">
                <a:shade val="100000"/>
                <a:lumMod val="100000"/>
              </a:schemeClr>
            </a:gs>
            <a:gs pos="100000">
              <a:schemeClr val="phClr">
                <a:shade val="70000"/>
                <a:lumMod val="99000"/>
              </a:schemeClr>
            </a:gs>
          </a:gsLst>
          <a:path path="circle">
            <a:fillToRect l="100000" t="100000" r="100000" b="100000"/>
          </a:path>
          <a:tileRect/>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a:fillStyleLst>
        <a:solidFill>
          <a:schemeClr val="phClr"/>
        </a:solidFill>
        <a:solidFill>
          <a:schemeClr val="phClr">
            <a:tint val="67000"/>
          </a:schemeClr>
        </a:solidFill>
        <a:gradFill>
          <a:gsLst>
            <a:gs pos="0">
              <a:schemeClr val="phClr">
                <a:tint val="94000"/>
                <a:lumMod val="102000"/>
              </a:schemeClr>
            </a:gs>
            <a:gs pos="50000">
              <a:schemeClr val="phClr">
                <a:shade val="100000"/>
                <a:lumMod val="100000"/>
              </a:schemeClr>
            </a:gs>
            <a:gs pos="100000">
              <a:schemeClr val="phClr">
                <a:shade val="70000"/>
                <a:lumMod val="99000"/>
              </a:schemeClr>
            </a:gs>
          </a:gsLst>
          <a:path path="circle">
            <a:fillToRect l="100000" t="100000" r="100000" b="100000"/>
          </a:path>
          <a:tileRect/>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a:fillStyleLst>
        <a:solidFill>
          <a:schemeClr val="phClr"/>
        </a:solidFill>
        <a:solidFill>
          <a:schemeClr val="phClr">
            <a:tint val="67000"/>
          </a:schemeClr>
        </a:solidFill>
        <a:gradFill>
          <a:gsLst>
            <a:gs pos="0">
              <a:schemeClr val="phClr">
                <a:tint val="94000"/>
                <a:lumMod val="102000"/>
              </a:schemeClr>
            </a:gs>
            <a:gs pos="50000">
              <a:schemeClr val="phClr">
                <a:shade val="100000"/>
                <a:lumMod val="100000"/>
              </a:schemeClr>
            </a:gs>
            <a:gs pos="100000">
              <a:schemeClr val="phClr">
                <a:shade val="70000"/>
                <a:lumMod val="99000"/>
              </a:schemeClr>
            </a:gs>
          </a:gsLst>
          <a:path path="circle">
            <a:fillToRect l="100000" t="100000" r="100000" b="100000"/>
          </a:path>
          <a:tileRect/>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a:fillStyleLst>
        <a:solidFill>
          <a:schemeClr val="phClr"/>
        </a:solidFill>
        <a:solidFill>
          <a:schemeClr val="phClr">
            <a:tint val="67000"/>
          </a:schemeClr>
        </a:solidFill>
        <a:gradFill>
          <a:gsLst>
            <a:gs pos="0">
              <a:schemeClr val="phClr">
                <a:tint val="94000"/>
                <a:lumMod val="102000"/>
              </a:schemeClr>
            </a:gs>
            <a:gs pos="50000">
              <a:schemeClr val="phClr">
                <a:shade val="100000"/>
                <a:lumMod val="100000"/>
              </a:schemeClr>
            </a:gs>
            <a:gs pos="100000">
              <a:schemeClr val="phClr">
                <a:shade val="70000"/>
                <a:lumMod val="99000"/>
              </a:schemeClr>
            </a:gs>
          </a:gsLst>
          <a:path path="circle">
            <a:fillToRect l="100000" t="100000" r="100000" b="100000"/>
          </a:path>
          <a:tileRect/>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a:fillStyleLst>
        <a:solidFill>
          <a:schemeClr val="phClr"/>
        </a:solidFill>
        <a:solidFill>
          <a:schemeClr val="phClr">
            <a:tint val="67000"/>
          </a:schemeClr>
        </a:solidFill>
        <a:gradFill>
          <a:gsLst>
            <a:gs pos="0">
              <a:schemeClr val="phClr">
                <a:tint val="94000"/>
                <a:lumMod val="102000"/>
              </a:schemeClr>
            </a:gs>
            <a:gs pos="50000">
              <a:schemeClr val="phClr">
                <a:shade val="100000"/>
                <a:lumMod val="100000"/>
              </a:schemeClr>
            </a:gs>
            <a:gs pos="100000">
              <a:schemeClr val="phClr">
                <a:shade val="70000"/>
                <a:lumMod val="99000"/>
              </a:schemeClr>
            </a:gs>
          </a:gsLst>
          <a:path path="circle">
            <a:fillToRect l="100000" t="100000" r="100000" b="100000"/>
          </a:path>
          <a:tileRect/>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a:fillStyleLst>
        <a:solidFill>
          <a:schemeClr val="phClr"/>
        </a:solidFill>
        <a:solidFill>
          <a:schemeClr val="phClr">
            <a:tint val="67000"/>
          </a:schemeClr>
        </a:solidFill>
        <a:gradFill>
          <a:gsLst>
            <a:gs pos="0">
              <a:schemeClr val="phClr">
                <a:tint val="94000"/>
                <a:lumMod val="102000"/>
              </a:schemeClr>
            </a:gs>
            <a:gs pos="50000">
              <a:schemeClr val="phClr">
                <a:shade val="100000"/>
                <a:lumMod val="100000"/>
              </a:schemeClr>
            </a:gs>
            <a:gs pos="100000">
              <a:schemeClr val="phClr">
                <a:shade val="70000"/>
                <a:lumMod val="99000"/>
              </a:schemeClr>
            </a:gs>
          </a:gsLst>
          <a:path path="circle">
            <a:fillToRect l="100000" t="100000" r="100000" b="100000"/>
          </a:path>
          <a:tileRect/>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SketchLinesVTI">
  <a:themeElements>
    <a:clrScheme name="SketchLines">
      <a:dk1>
        <a:srgbClr val="000000"/>
      </a:dk1>
      <a:lt1>
        <a:srgbClr val="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a:fillStyleLst>
        <a:solidFill>
          <a:schemeClr val="phClr"/>
        </a:solidFill>
        <a:solidFill>
          <a:schemeClr val="phClr">
            <a:tint val="67000"/>
          </a:schemeClr>
        </a:solidFill>
        <a:gradFill>
          <a:gsLst>
            <a:gs pos="0">
              <a:schemeClr val="phClr">
                <a:tint val="94000"/>
                <a:lumMod val="102000"/>
              </a:schemeClr>
            </a:gs>
            <a:gs pos="50000">
              <a:schemeClr val="phClr">
                <a:shade val="100000"/>
                <a:lumMod val="100000"/>
              </a:schemeClr>
            </a:gs>
            <a:gs pos="100000">
              <a:schemeClr val="phClr">
                <a:shade val="70000"/>
                <a:lumMod val="99000"/>
              </a:schemeClr>
            </a:gs>
          </a:gsLst>
          <a:path path="circle">
            <a:fillToRect l="100000" t="100000" r="100000" b="100000"/>
          </a:path>
          <a:tileRect/>
        </a:gradFill>
      </a:fillStyleLst>
      <a:lnStyleLst>
        <a:ln w="9525" cap="flat" cmpd="sng" algn="ctr">
          <a:prstDash val="solid"/>
        </a:ln>
        <a:ln w="12700"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11.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Sketchlines design</Template>
  <TotalTime>933</TotalTime>
  <Words>1433</Words>
  <Application>Microsoft Office PowerPoint</Application>
  <PresentationFormat>Widescreen</PresentationFormat>
  <Paragraphs>178</Paragraphs>
  <Slides>22</Slides>
  <Notes>6</Notes>
  <HiddenSlides>0</HiddenSlides>
  <MMClips>0</MMClips>
  <ScaleCrop>false</ScaleCrop>
  <HeadingPairs>
    <vt:vector size="6" baseType="variant">
      <vt:variant>
        <vt:lpstr>Fonts Used</vt:lpstr>
      </vt:variant>
      <vt:variant>
        <vt:i4>9</vt:i4>
      </vt:variant>
      <vt:variant>
        <vt:lpstr>Theme</vt:lpstr>
      </vt:variant>
      <vt:variant>
        <vt:i4>10</vt:i4>
      </vt:variant>
      <vt:variant>
        <vt:lpstr>Slide Titles</vt:lpstr>
      </vt:variant>
      <vt:variant>
        <vt:i4>22</vt:i4>
      </vt:variant>
    </vt:vector>
  </HeadingPairs>
  <TitlesOfParts>
    <vt:vector size="41" baseType="lpstr">
      <vt:lpstr>Meiryo</vt:lpstr>
      <vt:lpstr>Arial</vt:lpstr>
      <vt:lpstr>OpenSymbol</vt:lpstr>
      <vt:lpstr>Symbol</vt:lpstr>
      <vt:lpstr>Times New Roman</vt:lpstr>
      <vt:lpstr>Trebuchet MS</vt:lpstr>
      <vt:lpstr>ui-sans-serif</vt:lpstr>
      <vt:lpstr>Wingdings</vt:lpstr>
      <vt:lpstr>Wingdings 3</vt:lpstr>
      <vt:lpstr>SketchLinesVTI</vt:lpstr>
      <vt:lpstr>SketchLinesVTI</vt:lpstr>
      <vt:lpstr>SketchLinesVTI</vt:lpstr>
      <vt:lpstr>SketchLinesVTI</vt:lpstr>
      <vt:lpstr>SketchLinesVTI</vt:lpstr>
      <vt:lpstr>SketchLinesVTI</vt:lpstr>
      <vt:lpstr>SketchLinesVTI</vt:lpstr>
      <vt:lpstr>SketchLinesVTI</vt:lpstr>
      <vt:lpstr>SketchLinesVTI</vt:lpstr>
      <vt:lpstr>Facet</vt:lpstr>
      <vt:lpstr>PowerPoint Presentation</vt:lpstr>
      <vt:lpstr>AGENDA</vt:lpstr>
      <vt:lpstr>1. INTRODUCTION</vt:lpstr>
      <vt:lpstr>2. ABSTRACT</vt:lpstr>
      <vt:lpstr>PowerPoint Presentation</vt:lpstr>
      <vt:lpstr>HARDWARE AND SOFTWARE REQUIREMENTS</vt:lpstr>
      <vt:lpstr>4. Existing System</vt:lpstr>
      <vt:lpstr>PowerPoint Presentation</vt:lpstr>
      <vt:lpstr>5. PROPOSED SYSTEM</vt:lpstr>
      <vt:lpstr>PowerPoint Presentation</vt:lpstr>
      <vt:lpstr>PowerPoint Presentation</vt:lpstr>
      <vt:lpstr>PowerPoint Presentation</vt:lpstr>
      <vt:lpstr>PowerPoint Presentation</vt:lpstr>
      <vt:lpstr>PowerPoint Presentation</vt:lpstr>
      <vt:lpstr>PowerPoint Presentation</vt:lpstr>
      <vt:lpstr>OUTPUT SCREENSHOTS</vt:lpstr>
      <vt:lpstr>PowerPoint Presentation</vt:lpstr>
      <vt:lpstr>PowerPoint Presentation</vt:lpstr>
      <vt:lpstr>8. FUTURE SCOPE</vt:lpstr>
      <vt:lpstr>9. 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21781A3385</dc:creator>
  <dc:description/>
  <cp:lastModifiedBy>Resula Mahendra Babu</cp:lastModifiedBy>
  <cp:revision>32</cp:revision>
  <dcterms:created xsi:type="dcterms:W3CDTF">2025-02-05T05:27:09Z</dcterms:created>
  <dcterms:modified xsi:type="dcterms:W3CDTF">2026-01-29T07:02:58Z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6</vt:i4>
  </property>
  <property fmtid="{D5CDD505-2E9C-101B-9397-08002B2CF9AE}" pid="4" name="PresentationFormat">
    <vt:lpwstr>Widescreen</vt:lpwstr>
  </property>
  <property fmtid="{D5CDD505-2E9C-101B-9397-08002B2CF9AE}" pid="5" name="Slides">
    <vt:i4>25</vt:i4>
  </property>
</Properties>
</file>